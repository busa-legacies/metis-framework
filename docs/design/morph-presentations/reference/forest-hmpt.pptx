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9" r:id="rId3"/>
    <p:sldId id="260" r:id="rId4"/>
    <p:sldId id="261" r:id="rId5"/>
    <p:sldId id="262" r:id="rId6"/>
    <p:sldId id="263" r:id="rId7"/>
    <p:sldId id="264" r:id="rId8"/>
    <p:sldId id="265"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82A3A"/>
    <a:srgbClr val="A6D5DF"/>
    <a:srgbClr val="0F1923"/>
    <a:srgbClr val="0A1118"/>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59" autoAdjust="0"/>
    <p:restoredTop sz="94660"/>
  </p:normalViewPr>
  <p:slideViewPr>
    <p:cSldViewPr snapToGrid="0">
      <p:cViewPr>
        <p:scale>
          <a:sx n="50" d="100"/>
          <a:sy n="50" d="100"/>
        </p:scale>
        <p:origin x="540" y="3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C73C2E-199E-4EA4-94A5-A58A7BD3276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MY"/>
          </a:p>
        </p:txBody>
      </p:sp>
      <p:sp>
        <p:nvSpPr>
          <p:cNvPr id="3" name="Subtitle 2">
            <a:extLst>
              <a:ext uri="{FF2B5EF4-FFF2-40B4-BE49-F238E27FC236}">
                <a16:creationId xmlns:a16="http://schemas.microsoft.com/office/drawing/2014/main" id="{8936A243-A9A7-410A-A832-92E03E19206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MY"/>
          </a:p>
        </p:txBody>
      </p:sp>
      <p:sp>
        <p:nvSpPr>
          <p:cNvPr id="4" name="Date Placeholder 3">
            <a:extLst>
              <a:ext uri="{FF2B5EF4-FFF2-40B4-BE49-F238E27FC236}">
                <a16:creationId xmlns:a16="http://schemas.microsoft.com/office/drawing/2014/main" id="{10BF6DB7-4311-40AA-B623-2FA3CC34C91B}"/>
              </a:ext>
            </a:extLst>
          </p:cNvPr>
          <p:cNvSpPr>
            <a:spLocks noGrp="1"/>
          </p:cNvSpPr>
          <p:nvPr>
            <p:ph type="dt" sz="half" idx="10"/>
          </p:nvPr>
        </p:nvSpPr>
        <p:spPr/>
        <p:txBody>
          <a:bodyPr/>
          <a:lstStyle/>
          <a:p>
            <a:fld id="{054A6A80-5264-4848-8CA6-96ED35941B24}" type="datetimeFigureOut">
              <a:rPr lang="en-MY" smtClean="0"/>
              <a:t>24/3/2022</a:t>
            </a:fld>
            <a:endParaRPr lang="en-MY"/>
          </a:p>
        </p:txBody>
      </p:sp>
      <p:sp>
        <p:nvSpPr>
          <p:cNvPr id="5" name="Footer Placeholder 4">
            <a:extLst>
              <a:ext uri="{FF2B5EF4-FFF2-40B4-BE49-F238E27FC236}">
                <a16:creationId xmlns:a16="http://schemas.microsoft.com/office/drawing/2014/main" id="{69612A30-AE37-44B7-8CE2-0D5C00B11726}"/>
              </a:ext>
            </a:extLst>
          </p:cNvPr>
          <p:cNvSpPr>
            <a:spLocks noGrp="1"/>
          </p:cNvSpPr>
          <p:nvPr>
            <p:ph type="ftr" sz="quarter" idx="11"/>
          </p:nvPr>
        </p:nvSpPr>
        <p:spPr/>
        <p:txBody>
          <a:bodyPr/>
          <a:lstStyle/>
          <a:p>
            <a:endParaRPr lang="en-MY"/>
          </a:p>
        </p:txBody>
      </p:sp>
      <p:sp>
        <p:nvSpPr>
          <p:cNvPr id="6" name="Slide Number Placeholder 5">
            <a:extLst>
              <a:ext uri="{FF2B5EF4-FFF2-40B4-BE49-F238E27FC236}">
                <a16:creationId xmlns:a16="http://schemas.microsoft.com/office/drawing/2014/main" id="{C30C0175-731E-41D9-8B64-8ECF06A8EE5D}"/>
              </a:ext>
            </a:extLst>
          </p:cNvPr>
          <p:cNvSpPr>
            <a:spLocks noGrp="1"/>
          </p:cNvSpPr>
          <p:nvPr>
            <p:ph type="sldNum" sz="quarter" idx="12"/>
          </p:nvPr>
        </p:nvSpPr>
        <p:spPr/>
        <p:txBody>
          <a:bodyPr/>
          <a:lstStyle/>
          <a:p>
            <a:fld id="{8F34DD00-9460-4ACA-BCB3-0658FCE44E65}" type="slidenum">
              <a:rPr lang="en-MY" smtClean="0"/>
              <a:t>‹#›</a:t>
            </a:fld>
            <a:endParaRPr lang="en-MY"/>
          </a:p>
        </p:txBody>
      </p:sp>
    </p:spTree>
    <p:extLst>
      <p:ext uri="{BB962C8B-B14F-4D97-AF65-F5344CB8AC3E}">
        <p14:creationId xmlns:p14="http://schemas.microsoft.com/office/powerpoint/2010/main" val="21286488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4AEF1E-557E-4C13-8D77-828D017AD308}"/>
              </a:ext>
            </a:extLst>
          </p:cNvPr>
          <p:cNvSpPr>
            <a:spLocks noGrp="1"/>
          </p:cNvSpPr>
          <p:nvPr>
            <p:ph type="title"/>
          </p:nvPr>
        </p:nvSpPr>
        <p:spPr/>
        <p:txBody>
          <a:bodyPr/>
          <a:lstStyle/>
          <a:p>
            <a:r>
              <a:rPr lang="en-US"/>
              <a:t>Click to edit Master title style</a:t>
            </a:r>
            <a:endParaRPr lang="en-MY"/>
          </a:p>
        </p:txBody>
      </p:sp>
      <p:sp>
        <p:nvSpPr>
          <p:cNvPr id="3" name="Content Placeholder 2">
            <a:extLst>
              <a:ext uri="{FF2B5EF4-FFF2-40B4-BE49-F238E27FC236}">
                <a16:creationId xmlns:a16="http://schemas.microsoft.com/office/drawing/2014/main" id="{FAEC41CF-84A9-4A57-AB4E-9EE8EABD279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4" name="Date Placeholder 3">
            <a:extLst>
              <a:ext uri="{FF2B5EF4-FFF2-40B4-BE49-F238E27FC236}">
                <a16:creationId xmlns:a16="http://schemas.microsoft.com/office/drawing/2014/main" id="{CDD23F07-5001-47A1-AC0A-322C8DEE6605}"/>
              </a:ext>
            </a:extLst>
          </p:cNvPr>
          <p:cNvSpPr>
            <a:spLocks noGrp="1"/>
          </p:cNvSpPr>
          <p:nvPr>
            <p:ph type="dt" sz="half" idx="10"/>
          </p:nvPr>
        </p:nvSpPr>
        <p:spPr/>
        <p:txBody>
          <a:bodyPr/>
          <a:lstStyle/>
          <a:p>
            <a:fld id="{054A6A80-5264-4848-8CA6-96ED35941B24}" type="datetimeFigureOut">
              <a:rPr lang="en-MY" smtClean="0"/>
              <a:t>24/3/2022</a:t>
            </a:fld>
            <a:endParaRPr lang="en-MY"/>
          </a:p>
        </p:txBody>
      </p:sp>
      <p:sp>
        <p:nvSpPr>
          <p:cNvPr id="5" name="Footer Placeholder 4">
            <a:extLst>
              <a:ext uri="{FF2B5EF4-FFF2-40B4-BE49-F238E27FC236}">
                <a16:creationId xmlns:a16="http://schemas.microsoft.com/office/drawing/2014/main" id="{1636335B-36FA-4D73-A1F5-9AB0C5F0C36D}"/>
              </a:ext>
            </a:extLst>
          </p:cNvPr>
          <p:cNvSpPr>
            <a:spLocks noGrp="1"/>
          </p:cNvSpPr>
          <p:nvPr>
            <p:ph type="ftr" sz="quarter" idx="11"/>
          </p:nvPr>
        </p:nvSpPr>
        <p:spPr/>
        <p:txBody>
          <a:bodyPr/>
          <a:lstStyle/>
          <a:p>
            <a:endParaRPr lang="en-MY"/>
          </a:p>
        </p:txBody>
      </p:sp>
      <p:sp>
        <p:nvSpPr>
          <p:cNvPr id="6" name="Slide Number Placeholder 5">
            <a:extLst>
              <a:ext uri="{FF2B5EF4-FFF2-40B4-BE49-F238E27FC236}">
                <a16:creationId xmlns:a16="http://schemas.microsoft.com/office/drawing/2014/main" id="{B8916342-1C02-438F-B2F2-5D5DCFC6DE3A}"/>
              </a:ext>
            </a:extLst>
          </p:cNvPr>
          <p:cNvSpPr>
            <a:spLocks noGrp="1"/>
          </p:cNvSpPr>
          <p:nvPr>
            <p:ph type="sldNum" sz="quarter" idx="12"/>
          </p:nvPr>
        </p:nvSpPr>
        <p:spPr/>
        <p:txBody>
          <a:bodyPr/>
          <a:lstStyle/>
          <a:p>
            <a:fld id="{8F34DD00-9460-4ACA-BCB3-0658FCE44E65}" type="slidenum">
              <a:rPr lang="en-MY" smtClean="0"/>
              <a:t>‹#›</a:t>
            </a:fld>
            <a:endParaRPr lang="en-MY"/>
          </a:p>
        </p:txBody>
      </p:sp>
    </p:spTree>
    <p:extLst>
      <p:ext uri="{BB962C8B-B14F-4D97-AF65-F5344CB8AC3E}">
        <p14:creationId xmlns:p14="http://schemas.microsoft.com/office/powerpoint/2010/main" val="14707125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9FA981-ED08-421B-AAB8-26FBEF9C414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MY"/>
          </a:p>
        </p:txBody>
      </p:sp>
      <p:sp>
        <p:nvSpPr>
          <p:cNvPr id="3" name="Text Placeholder 2">
            <a:extLst>
              <a:ext uri="{FF2B5EF4-FFF2-40B4-BE49-F238E27FC236}">
                <a16:creationId xmlns:a16="http://schemas.microsoft.com/office/drawing/2014/main" id="{28F989E2-BFCA-4FE8-B177-49CEA17B78F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53C46C0-F436-46FE-B097-9436CC2E357C}"/>
              </a:ext>
            </a:extLst>
          </p:cNvPr>
          <p:cNvSpPr>
            <a:spLocks noGrp="1"/>
          </p:cNvSpPr>
          <p:nvPr>
            <p:ph type="dt" sz="half" idx="10"/>
          </p:nvPr>
        </p:nvSpPr>
        <p:spPr/>
        <p:txBody>
          <a:bodyPr/>
          <a:lstStyle/>
          <a:p>
            <a:fld id="{054A6A80-5264-4848-8CA6-96ED35941B24}" type="datetimeFigureOut">
              <a:rPr lang="en-MY" smtClean="0"/>
              <a:t>24/3/2022</a:t>
            </a:fld>
            <a:endParaRPr lang="en-MY"/>
          </a:p>
        </p:txBody>
      </p:sp>
      <p:sp>
        <p:nvSpPr>
          <p:cNvPr id="5" name="Footer Placeholder 4">
            <a:extLst>
              <a:ext uri="{FF2B5EF4-FFF2-40B4-BE49-F238E27FC236}">
                <a16:creationId xmlns:a16="http://schemas.microsoft.com/office/drawing/2014/main" id="{6A0ACED8-6FE0-4941-B70F-6815EE5F1FAC}"/>
              </a:ext>
            </a:extLst>
          </p:cNvPr>
          <p:cNvSpPr>
            <a:spLocks noGrp="1"/>
          </p:cNvSpPr>
          <p:nvPr>
            <p:ph type="ftr" sz="quarter" idx="11"/>
          </p:nvPr>
        </p:nvSpPr>
        <p:spPr/>
        <p:txBody>
          <a:bodyPr/>
          <a:lstStyle/>
          <a:p>
            <a:endParaRPr lang="en-MY"/>
          </a:p>
        </p:txBody>
      </p:sp>
      <p:sp>
        <p:nvSpPr>
          <p:cNvPr id="6" name="Slide Number Placeholder 5">
            <a:extLst>
              <a:ext uri="{FF2B5EF4-FFF2-40B4-BE49-F238E27FC236}">
                <a16:creationId xmlns:a16="http://schemas.microsoft.com/office/drawing/2014/main" id="{EE2A5E55-13F1-464C-AD54-E1AD21D6DD30}"/>
              </a:ext>
            </a:extLst>
          </p:cNvPr>
          <p:cNvSpPr>
            <a:spLocks noGrp="1"/>
          </p:cNvSpPr>
          <p:nvPr>
            <p:ph type="sldNum" sz="quarter" idx="12"/>
          </p:nvPr>
        </p:nvSpPr>
        <p:spPr/>
        <p:txBody>
          <a:bodyPr/>
          <a:lstStyle/>
          <a:p>
            <a:fld id="{8F34DD00-9460-4ACA-BCB3-0658FCE44E65}" type="slidenum">
              <a:rPr lang="en-MY" smtClean="0"/>
              <a:t>‹#›</a:t>
            </a:fld>
            <a:endParaRPr lang="en-MY"/>
          </a:p>
        </p:txBody>
      </p:sp>
    </p:spTree>
    <p:extLst>
      <p:ext uri="{BB962C8B-B14F-4D97-AF65-F5344CB8AC3E}">
        <p14:creationId xmlns:p14="http://schemas.microsoft.com/office/powerpoint/2010/main" val="22469974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8F2559-1FC0-4478-B791-F8B30966F585}"/>
              </a:ext>
            </a:extLst>
          </p:cNvPr>
          <p:cNvSpPr>
            <a:spLocks noGrp="1"/>
          </p:cNvSpPr>
          <p:nvPr>
            <p:ph type="title"/>
          </p:nvPr>
        </p:nvSpPr>
        <p:spPr/>
        <p:txBody>
          <a:bodyPr/>
          <a:lstStyle/>
          <a:p>
            <a:r>
              <a:rPr lang="en-US"/>
              <a:t>Click to edit Master title style</a:t>
            </a:r>
            <a:endParaRPr lang="en-MY"/>
          </a:p>
        </p:txBody>
      </p:sp>
      <p:sp>
        <p:nvSpPr>
          <p:cNvPr id="3" name="Content Placeholder 2">
            <a:extLst>
              <a:ext uri="{FF2B5EF4-FFF2-40B4-BE49-F238E27FC236}">
                <a16:creationId xmlns:a16="http://schemas.microsoft.com/office/drawing/2014/main" id="{9D5A43C5-C13D-4553-8702-38394D452F3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4" name="Content Placeholder 3">
            <a:extLst>
              <a:ext uri="{FF2B5EF4-FFF2-40B4-BE49-F238E27FC236}">
                <a16:creationId xmlns:a16="http://schemas.microsoft.com/office/drawing/2014/main" id="{64F0F270-56B2-4792-B38A-E6A4D7455BB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5" name="Date Placeholder 4">
            <a:extLst>
              <a:ext uri="{FF2B5EF4-FFF2-40B4-BE49-F238E27FC236}">
                <a16:creationId xmlns:a16="http://schemas.microsoft.com/office/drawing/2014/main" id="{BDFD8C7E-E300-403D-849B-1B521DACBD61}"/>
              </a:ext>
            </a:extLst>
          </p:cNvPr>
          <p:cNvSpPr>
            <a:spLocks noGrp="1"/>
          </p:cNvSpPr>
          <p:nvPr>
            <p:ph type="dt" sz="half" idx="10"/>
          </p:nvPr>
        </p:nvSpPr>
        <p:spPr/>
        <p:txBody>
          <a:bodyPr/>
          <a:lstStyle/>
          <a:p>
            <a:fld id="{054A6A80-5264-4848-8CA6-96ED35941B24}" type="datetimeFigureOut">
              <a:rPr lang="en-MY" smtClean="0"/>
              <a:t>24/3/2022</a:t>
            </a:fld>
            <a:endParaRPr lang="en-MY"/>
          </a:p>
        </p:txBody>
      </p:sp>
      <p:sp>
        <p:nvSpPr>
          <p:cNvPr id="6" name="Footer Placeholder 5">
            <a:extLst>
              <a:ext uri="{FF2B5EF4-FFF2-40B4-BE49-F238E27FC236}">
                <a16:creationId xmlns:a16="http://schemas.microsoft.com/office/drawing/2014/main" id="{D5E12228-E708-4973-9027-A6272BE5F4D5}"/>
              </a:ext>
            </a:extLst>
          </p:cNvPr>
          <p:cNvSpPr>
            <a:spLocks noGrp="1"/>
          </p:cNvSpPr>
          <p:nvPr>
            <p:ph type="ftr" sz="quarter" idx="11"/>
          </p:nvPr>
        </p:nvSpPr>
        <p:spPr/>
        <p:txBody>
          <a:bodyPr/>
          <a:lstStyle/>
          <a:p>
            <a:endParaRPr lang="en-MY"/>
          </a:p>
        </p:txBody>
      </p:sp>
      <p:sp>
        <p:nvSpPr>
          <p:cNvPr id="7" name="Slide Number Placeholder 6">
            <a:extLst>
              <a:ext uri="{FF2B5EF4-FFF2-40B4-BE49-F238E27FC236}">
                <a16:creationId xmlns:a16="http://schemas.microsoft.com/office/drawing/2014/main" id="{E7D27007-A7EE-4C2A-A3BC-0098423520A4}"/>
              </a:ext>
            </a:extLst>
          </p:cNvPr>
          <p:cNvSpPr>
            <a:spLocks noGrp="1"/>
          </p:cNvSpPr>
          <p:nvPr>
            <p:ph type="sldNum" sz="quarter" idx="12"/>
          </p:nvPr>
        </p:nvSpPr>
        <p:spPr/>
        <p:txBody>
          <a:bodyPr/>
          <a:lstStyle/>
          <a:p>
            <a:fld id="{8F34DD00-9460-4ACA-BCB3-0658FCE44E65}" type="slidenum">
              <a:rPr lang="en-MY" smtClean="0"/>
              <a:t>‹#›</a:t>
            </a:fld>
            <a:endParaRPr lang="en-MY"/>
          </a:p>
        </p:txBody>
      </p:sp>
    </p:spTree>
    <p:extLst>
      <p:ext uri="{BB962C8B-B14F-4D97-AF65-F5344CB8AC3E}">
        <p14:creationId xmlns:p14="http://schemas.microsoft.com/office/powerpoint/2010/main" val="8773336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C8EB59-6DDF-4E79-B9F7-E7B4A671578E}"/>
              </a:ext>
            </a:extLst>
          </p:cNvPr>
          <p:cNvSpPr>
            <a:spLocks noGrp="1"/>
          </p:cNvSpPr>
          <p:nvPr>
            <p:ph type="title"/>
          </p:nvPr>
        </p:nvSpPr>
        <p:spPr>
          <a:xfrm>
            <a:off x="839788" y="365125"/>
            <a:ext cx="10515600" cy="1325563"/>
          </a:xfrm>
        </p:spPr>
        <p:txBody>
          <a:bodyPr/>
          <a:lstStyle/>
          <a:p>
            <a:r>
              <a:rPr lang="en-US"/>
              <a:t>Click to edit Master title style</a:t>
            </a:r>
            <a:endParaRPr lang="en-MY"/>
          </a:p>
        </p:txBody>
      </p:sp>
      <p:sp>
        <p:nvSpPr>
          <p:cNvPr id="3" name="Text Placeholder 2">
            <a:extLst>
              <a:ext uri="{FF2B5EF4-FFF2-40B4-BE49-F238E27FC236}">
                <a16:creationId xmlns:a16="http://schemas.microsoft.com/office/drawing/2014/main" id="{5BC0A46A-142C-432D-B0DE-90F856F6232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B990928-9EDE-4E2B-B13C-F5EFAEC7A80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5" name="Text Placeholder 4">
            <a:extLst>
              <a:ext uri="{FF2B5EF4-FFF2-40B4-BE49-F238E27FC236}">
                <a16:creationId xmlns:a16="http://schemas.microsoft.com/office/drawing/2014/main" id="{5551A3F2-992B-42F0-B8E0-2AC3ED89FC6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4649F11-E319-475A-A325-171B2BE2FE3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7" name="Date Placeholder 6">
            <a:extLst>
              <a:ext uri="{FF2B5EF4-FFF2-40B4-BE49-F238E27FC236}">
                <a16:creationId xmlns:a16="http://schemas.microsoft.com/office/drawing/2014/main" id="{DACAA7D1-5AF1-461D-A60C-8BC00588633F}"/>
              </a:ext>
            </a:extLst>
          </p:cNvPr>
          <p:cNvSpPr>
            <a:spLocks noGrp="1"/>
          </p:cNvSpPr>
          <p:nvPr>
            <p:ph type="dt" sz="half" idx="10"/>
          </p:nvPr>
        </p:nvSpPr>
        <p:spPr/>
        <p:txBody>
          <a:bodyPr/>
          <a:lstStyle/>
          <a:p>
            <a:fld id="{054A6A80-5264-4848-8CA6-96ED35941B24}" type="datetimeFigureOut">
              <a:rPr lang="en-MY" smtClean="0"/>
              <a:t>24/3/2022</a:t>
            </a:fld>
            <a:endParaRPr lang="en-MY"/>
          </a:p>
        </p:txBody>
      </p:sp>
      <p:sp>
        <p:nvSpPr>
          <p:cNvPr id="8" name="Footer Placeholder 7">
            <a:extLst>
              <a:ext uri="{FF2B5EF4-FFF2-40B4-BE49-F238E27FC236}">
                <a16:creationId xmlns:a16="http://schemas.microsoft.com/office/drawing/2014/main" id="{D90AB90B-D2FB-4CF1-A849-BFB51CFDC9C5}"/>
              </a:ext>
            </a:extLst>
          </p:cNvPr>
          <p:cNvSpPr>
            <a:spLocks noGrp="1"/>
          </p:cNvSpPr>
          <p:nvPr>
            <p:ph type="ftr" sz="quarter" idx="11"/>
          </p:nvPr>
        </p:nvSpPr>
        <p:spPr/>
        <p:txBody>
          <a:bodyPr/>
          <a:lstStyle/>
          <a:p>
            <a:endParaRPr lang="en-MY"/>
          </a:p>
        </p:txBody>
      </p:sp>
      <p:sp>
        <p:nvSpPr>
          <p:cNvPr id="9" name="Slide Number Placeholder 8">
            <a:extLst>
              <a:ext uri="{FF2B5EF4-FFF2-40B4-BE49-F238E27FC236}">
                <a16:creationId xmlns:a16="http://schemas.microsoft.com/office/drawing/2014/main" id="{08AA267B-77BA-4925-9F4D-E32A48422FE5}"/>
              </a:ext>
            </a:extLst>
          </p:cNvPr>
          <p:cNvSpPr>
            <a:spLocks noGrp="1"/>
          </p:cNvSpPr>
          <p:nvPr>
            <p:ph type="sldNum" sz="quarter" idx="12"/>
          </p:nvPr>
        </p:nvSpPr>
        <p:spPr/>
        <p:txBody>
          <a:bodyPr/>
          <a:lstStyle/>
          <a:p>
            <a:fld id="{8F34DD00-9460-4ACA-BCB3-0658FCE44E65}" type="slidenum">
              <a:rPr lang="en-MY" smtClean="0"/>
              <a:t>‹#›</a:t>
            </a:fld>
            <a:endParaRPr lang="en-MY"/>
          </a:p>
        </p:txBody>
      </p:sp>
    </p:spTree>
    <p:extLst>
      <p:ext uri="{BB962C8B-B14F-4D97-AF65-F5344CB8AC3E}">
        <p14:creationId xmlns:p14="http://schemas.microsoft.com/office/powerpoint/2010/main" val="40268577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A5D20E-472A-4ABE-A8ED-AC7E84E3535D}"/>
              </a:ext>
            </a:extLst>
          </p:cNvPr>
          <p:cNvSpPr>
            <a:spLocks noGrp="1"/>
          </p:cNvSpPr>
          <p:nvPr>
            <p:ph type="title"/>
          </p:nvPr>
        </p:nvSpPr>
        <p:spPr/>
        <p:txBody>
          <a:bodyPr/>
          <a:lstStyle/>
          <a:p>
            <a:r>
              <a:rPr lang="en-US"/>
              <a:t>Click to edit Master title style</a:t>
            </a:r>
            <a:endParaRPr lang="en-MY"/>
          </a:p>
        </p:txBody>
      </p:sp>
      <p:sp>
        <p:nvSpPr>
          <p:cNvPr id="3" name="Date Placeholder 2">
            <a:extLst>
              <a:ext uri="{FF2B5EF4-FFF2-40B4-BE49-F238E27FC236}">
                <a16:creationId xmlns:a16="http://schemas.microsoft.com/office/drawing/2014/main" id="{83EFB7F0-F3AF-47F4-861D-8546C1E90935}"/>
              </a:ext>
            </a:extLst>
          </p:cNvPr>
          <p:cNvSpPr>
            <a:spLocks noGrp="1"/>
          </p:cNvSpPr>
          <p:nvPr>
            <p:ph type="dt" sz="half" idx="10"/>
          </p:nvPr>
        </p:nvSpPr>
        <p:spPr/>
        <p:txBody>
          <a:bodyPr/>
          <a:lstStyle/>
          <a:p>
            <a:fld id="{054A6A80-5264-4848-8CA6-96ED35941B24}" type="datetimeFigureOut">
              <a:rPr lang="en-MY" smtClean="0"/>
              <a:t>24/3/2022</a:t>
            </a:fld>
            <a:endParaRPr lang="en-MY"/>
          </a:p>
        </p:txBody>
      </p:sp>
      <p:sp>
        <p:nvSpPr>
          <p:cNvPr id="4" name="Footer Placeholder 3">
            <a:extLst>
              <a:ext uri="{FF2B5EF4-FFF2-40B4-BE49-F238E27FC236}">
                <a16:creationId xmlns:a16="http://schemas.microsoft.com/office/drawing/2014/main" id="{577FBB99-A920-4474-8D19-B135B6466C51}"/>
              </a:ext>
            </a:extLst>
          </p:cNvPr>
          <p:cNvSpPr>
            <a:spLocks noGrp="1"/>
          </p:cNvSpPr>
          <p:nvPr>
            <p:ph type="ftr" sz="quarter" idx="11"/>
          </p:nvPr>
        </p:nvSpPr>
        <p:spPr/>
        <p:txBody>
          <a:bodyPr/>
          <a:lstStyle/>
          <a:p>
            <a:endParaRPr lang="en-MY"/>
          </a:p>
        </p:txBody>
      </p:sp>
      <p:sp>
        <p:nvSpPr>
          <p:cNvPr id="5" name="Slide Number Placeholder 4">
            <a:extLst>
              <a:ext uri="{FF2B5EF4-FFF2-40B4-BE49-F238E27FC236}">
                <a16:creationId xmlns:a16="http://schemas.microsoft.com/office/drawing/2014/main" id="{D21D5CF3-B43A-4744-A6DC-54CE33047097}"/>
              </a:ext>
            </a:extLst>
          </p:cNvPr>
          <p:cNvSpPr>
            <a:spLocks noGrp="1"/>
          </p:cNvSpPr>
          <p:nvPr>
            <p:ph type="sldNum" sz="quarter" idx="12"/>
          </p:nvPr>
        </p:nvSpPr>
        <p:spPr/>
        <p:txBody>
          <a:bodyPr/>
          <a:lstStyle/>
          <a:p>
            <a:fld id="{8F34DD00-9460-4ACA-BCB3-0658FCE44E65}" type="slidenum">
              <a:rPr lang="en-MY" smtClean="0"/>
              <a:t>‹#›</a:t>
            </a:fld>
            <a:endParaRPr lang="en-MY"/>
          </a:p>
        </p:txBody>
      </p:sp>
    </p:spTree>
    <p:extLst>
      <p:ext uri="{BB962C8B-B14F-4D97-AF65-F5344CB8AC3E}">
        <p14:creationId xmlns:p14="http://schemas.microsoft.com/office/powerpoint/2010/main" val="9944022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1FDFF46-96AF-4D63-85BC-8888F2E64BC5}"/>
              </a:ext>
            </a:extLst>
          </p:cNvPr>
          <p:cNvSpPr>
            <a:spLocks noGrp="1"/>
          </p:cNvSpPr>
          <p:nvPr>
            <p:ph type="dt" sz="half" idx="10"/>
          </p:nvPr>
        </p:nvSpPr>
        <p:spPr/>
        <p:txBody>
          <a:bodyPr/>
          <a:lstStyle/>
          <a:p>
            <a:fld id="{054A6A80-5264-4848-8CA6-96ED35941B24}" type="datetimeFigureOut">
              <a:rPr lang="en-MY" smtClean="0"/>
              <a:t>24/3/2022</a:t>
            </a:fld>
            <a:endParaRPr lang="en-MY"/>
          </a:p>
        </p:txBody>
      </p:sp>
      <p:sp>
        <p:nvSpPr>
          <p:cNvPr id="3" name="Footer Placeholder 2">
            <a:extLst>
              <a:ext uri="{FF2B5EF4-FFF2-40B4-BE49-F238E27FC236}">
                <a16:creationId xmlns:a16="http://schemas.microsoft.com/office/drawing/2014/main" id="{2DCC1A2A-E713-43CD-BDC5-C28CEA93FA2F}"/>
              </a:ext>
            </a:extLst>
          </p:cNvPr>
          <p:cNvSpPr>
            <a:spLocks noGrp="1"/>
          </p:cNvSpPr>
          <p:nvPr>
            <p:ph type="ftr" sz="quarter" idx="11"/>
          </p:nvPr>
        </p:nvSpPr>
        <p:spPr/>
        <p:txBody>
          <a:bodyPr/>
          <a:lstStyle/>
          <a:p>
            <a:endParaRPr lang="en-MY"/>
          </a:p>
        </p:txBody>
      </p:sp>
      <p:sp>
        <p:nvSpPr>
          <p:cNvPr id="4" name="Slide Number Placeholder 3">
            <a:extLst>
              <a:ext uri="{FF2B5EF4-FFF2-40B4-BE49-F238E27FC236}">
                <a16:creationId xmlns:a16="http://schemas.microsoft.com/office/drawing/2014/main" id="{CB25FBE7-AF27-4BA5-A81C-FCA9D6A77431}"/>
              </a:ext>
            </a:extLst>
          </p:cNvPr>
          <p:cNvSpPr>
            <a:spLocks noGrp="1"/>
          </p:cNvSpPr>
          <p:nvPr>
            <p:ph type="sldNum" sz="quarter" idx="12"/>
          </p:nvPr>
        </p:nvSpPr>
        <p:spPr/>
        <p:txBody>
          <a:bodyPr/>
          <a:lstStyle/>
          <a:p>
            <a:fld id="{8F34DD00-9460-4ACA-BCB3-0658FCE44E65}" type="slidenum">
              <a:rPr lang="en-MY" smtClean="0"/>
              <a:t>‹#›</a:t>
            </a:fld>
            <a:endParaRPr lang="en-MY"/>
          </a:p>
        </p:txBody>
      </p:sp>
    </p:spTree>
    <p:extLst>
      <p:ext uri="{BB962C8B-B14F-4D97-AF65-F5344CB8AC3E}">
        <p14:creationId xmlns:p14="http://schemas.microsoft.com/office/powerpoint/2010/main" val="25101503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D37E19-B9DF-44FD-B8C8-E98ED27D3B4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MY"/>
          </a:p>
        </p:txBody>
      </p:sp>
      <p:sp>
        <p:nvSpPr>
          <p:cNvPr id="3" name="Content Placeholder 2">
            <a:extLst>
              <a:ext uri="{FF2B5EF4-FFF2-40B4-BE49-F238E27FC236}">
                <a16:creationId xmlns:a16="http://schemas.microsoft.com/office/drawing/2014/main" id="{61777A0D-B9CE-4F37-8F56-DEDBE7870AD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4" name="Text Placeholder 3">
            <a:extLst>
              <a:ext uri="{FF2B5EF4-FFF2-40B4-BE49-F238E27FC236}">
                <a16:creationId xmlns:a16="http://schemas.microsoft.com/office/drawing/2014/main" id="{549EE969-91D1-4592-9EF8-5C6E48EBDD9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C3928A3-0C6D-4ECD-8D59-B26DB6F68AA4}"/>
              </a:ext>
            </a:extLst>
          </p:cNvPr>
          <p:cNvSpPr>
            <a:spLocks noGrp="1"/>
          </p:cNvSpPr>
          <p:nvPr>
            <p:ph type="dt" sz="half" idx="10"/>
          </p:nvPr>
        </p:nvSpPr>
        <p:spPr/>
        <p:txBody>
          <a:bodyPr/>
          <a:lstStyle/>
          <a:p>
            <a:fld id="{054A6A80-5264-4848-8CA6-96ED35941B24}" type="datetimeFigureOut">
              <a:rPr lang="en-MY" smtClean="0"/>
              <a:t>24/3/2022</a:t>
            </a:fld>
            <a:endParaRPr lang="en-MY"/>
          </a:p>
        </p:txBody>
      </p:sp>
      <p:sp>
        <p:nvSpPr>
          <p:cNvPr id="6" name="Footer Placeholder 5">
            <a:extLst>
              <a:ext uri="{FF2B5EF4-FFF2-40B4-BE49-F238E27FC236}">
                <a16:creationId xmlns:a16="http://schemas.microsoft.com/office/drawing/2014/main" id="{A7DCDD72-6742-4EE6-87A8-3F0BC8DBD2A5}"/>
              </a:ext>
            </a:extLst>
          </p:cNvPr>
          <p:cNvSpPr>
            <a:spLocks noGrp="1"/>
          </p:cNvSpPr>
          <p:nvPr>
            <p:ph type="ftr" sz="quarter" idx="11"/>
          </p:nvPr>
        </p:nvSpPr>
        <p:spPr/>
        <p:txBody>
          <a:bodyPr/>
          <a:lstStyle/>
          <a:p>
            <a:endParaRPr lang="en-MY"/>
          </a:p>
        </p:txBody>
      </p:sp>
      <p:sp>
        <p:nvSpPr>
          <p:cNvPr id="7" name="Slide Number Placeholder 6">
            <a:extLst>
              <a:ext uri="{FF2B5EF4-FFF2-40B4-BE49-F238E27FC236}">
                <a16:creationId xmlns:a16="http://schemas.microsoft.com/office/drawing/2014/main" id="{C50AC5D4-7EE1-4AAD-87A4-85D74FA99B2F}"/>
              </a:ext>
            </a:extLst>
          </p:cNvPr>
          <p:cNvSpPr>
            <a:spLocks noGrp="1"/>
          </p:cNvSpPr>
          <p:nvPr>
            <p:ph type="sldNum" sz="quarter" idx="12"/>
          </p:nvPr>
        </p:nvSpPr>
        <p:spPr/>
        <p:txBody>
          <a:bodyPr/>
          <a:lstStyle/>
          <a:p>
            <a:fld id="{8F34DD00-9460-4ACA-BCB3-0658FCE44E65}" type="slidenum">
              <a:rPr lang="en-MY" smtClean="0"/>
              <a:t>‹#›</a:t>
            </a:fld>
            <a:endParaRPr lang="en-MY"/>
          </a:p>
        </p:txBody>
      </p:sp>
    </p:spTree>
    <p:extLst>
      <p:ext uri="{BB962C8B-B14F-4D97-AF65-F5344CB8AC3E}">
        <p14:creationId xmlns:p14="http://schemas.microsoft.com/office/powerpoint/2010/main" val="4332864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79B9F4-2B73-4F42-83CD-907F6B00EB3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MY"/>
          </a:p>
        </p:txBody>
      </p:sp>
      <p:sp>
        <p:nvSpPr>
          <p:cNvPr id="3" name="Picture Placeholder 2">
            <a:extLst>
              <a:ext uri="{FF2B5EF4-FFF2-40B4-BE49-F238E27FC236}">
                <a16:creationId xmlns:a16="http://schemas.microsoft.com/office/drawing/2014/main" id="{D356FC55-7ECF-4F7B-8F5E-1B6C2A75D2C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MY"/>
          </a:p>
        </p:txBody>
      </p:sp>
      <p:sp>
        <p:nvSpPr>
          <p:cNvPr id="4" name="Text Placeholder 3">
            <a:extLst>
              <a:ext uri="{FF2B5EF4-FFF2-40B4-BE49-F238E27FC236}">
                <a16:creationId xmlns:a16="http://schemas.microsoft.com/office/drawing/2014/main" id="{C59FFC8B-6B68-4C30-830D-9628A8D1403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5A1DF30-58D3-4BE9-9332-FCE34C95BD71}"/>
              </a:ext>
            </a:extLst>
          </p:cNvPr>
          <p:cNvSpPr>
            <a:spLocks noGrp="1"/>
          </p:cNvSpPr>
          <p:nvPr>
            <p:ph type="dt" sz="half" idx="10"/>
          </p:nvPr>
        </p:nvSpPr>
        <p:spPr/>
        <p:txBody>
          <a:bodyPr/>
          <a:lstStyle/>
          <a:p>
            <a:fld id="{054A6A80-5264-4848-8CA6-96ED35941B24}" type="datetimeFigureOut">
              <a:rPr lang="en-MY" smtClean="0"/>
              <a:t>24/3/2022</a:t>
            </a:fld>
            <a:endParaRPr lang="en-MY"/>
          </a:p>
        </p:txBody>
      </p:sp>
      <p:sp>
        <p:nvSpPr>
          <p:cNvPr id="6" name="Footer Placeholder 5">
            <a:extLst>
              <a:ext uri="{FF2B5EF4-FFF2-40B4-BE49-F238E27FC236}">
                <a16:creationId xmlns:a16="http://schemas.microsoft.com/office/drawing/2014/main" id="{4533D320-EA63-4B99-A456-2C563661D62A}"/>
              </a:ext>
            </a:extLst>
          </p:cNvPr>
          <p:cNvSpPr>
            <a:spLocks noGrp="1"/>
          </p:cNvSpPr>
          <p:nvPr>
            <p:ph type="ftr" sz="quarter" idx="11"/>
          </p:nvPr>
        </p:nvSpPr>
        <p:spPr/>
        <p:txBody>
          <a:bodyPr/>
          <a:lstStyle/>
          <a:p>
            <a:endParaRPr lang="en-MY"/>
          </a:p>
        </p:txBody>
      </p:sp>
      <p:sp>
        <p:nvSpPr>
          <p:cNvPr id="7" name="Slide Number Placeholder 6">
            <a:extLst>
              <a:ext uri="{FF2B5EF4-FFF2-40B4-BE49-F238E27FC236}">
                <a16:creationId xmlns:a16="http://schemas.microsoft.com/office/drawing/2014/main" id="{2E377F70-0A8F-4CE4-8B57-44D9E139A243}"/>
              </a:ext>
            </a:extLst>
          </p:cNvPr>
          <p:cNvSpPr>
            <a:spLocks noGrp="1"/>
          </p:cNvSpPr>
          <p:nvPr>
            <p:ph type="sldNum" sz="quarter" idx="12"/>
          </p:nvPr>
        </p:nvSpPr>
        <p:spPr/>
        <p:txBody>
          <a:bodyPr/>
          <a:lstStyle/>
          <a:p>
            <a:fld id="{8F34DD00-9460-4ACA-BCB3-0658FCE44E65}" type="slidenum">
              <a:rPr lang="en-MY" smtClean="0"/>
              <a:t>‹#›</a:t>
            </a:fld>
            <a:endParaRPr lang="en-MY"/>
          </a:p>
        </p:txBody>
      </p:sp>
    </p:spTree>
    <p:extLst>
      <p:ext uri="{BB962C8B-B14F-4D97-AF65-F5344CB8AC3E}">
        <p14:creationId xmlns:p14="http://schemas.microsoft.com/office/powerpoint/2010/main" val="6968291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96E929-22C7-4F5B-963C-A8D039F56935}"/>
              </a:ext>
            </a:extLst>
          </p:cNvPr>
          <p:cNvSpPr>
            <a:spLocks noGrp="1"/>
          </p:cNvSpPr>
          <p:nvPr>
            <p:ph type="title"/>
          </p:nvPr>
        </p:nvSpPr>
        <p:spPr/>
        <p:txBody>
          <a:bodyPr/>
          <a:lstStyle/>
          <a:p>
            <a:r>
              <a:rPr lang="en-US"/>
              <a:t>Click to edit Master title style</a:t>
            </a:r>
            <a:endParaRPr lang="en-MY"/>
          </a:p>
        </p:txBody>
      </p:sp>
      <p:sp>
        <p:nvSpPr>
          <p:cNvPr id="3" name="Vertical Text Placeholder 2">
            <a:extLst>
              <a:ext uri="{FF2B5EF4-FFF2-40B4-BE49-F238E27FC236}">
                <a16:creationId xmlns:a16="http://schemas.microsoft.com/office/drawing/2014/main" id="{0CC0241C-C031-4816-AEC4-2DD3EAA619D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4" name="Date Placeholder 3">
            <a:extLst>
              <a:ext uri="{FF2B5EF4-FFF2-40B4-BE49-F238E27FC236}">
                <a16:creationId xmlns:a16="http://schemas.microsoft.com/office/drawing/2014/main" id="{4DEE678A-F490-4B4C-9A53-92D0A5982358}"/>
              </a:ext>
            </a:extLst>
          </p:cNvPr>
          <p:cNvSpPr>
            <a:spLocks noGrp="1"/>
          </p:cNvSpPr>
          <p:nvPr>
            <p:ph type="dt" sz="half" idx="10"/>
          </p:nvPr>
        </p:nvSpPr>
        <p:spPr/>
        <p:txBody>
          <a:bodyPr/>
          <a:lstStyle/>
          <a:p>
            <a:fld id="{054A6A80-5264-4848-8CA6-96ED35941B24}" type="datetimeFigureOut">
              <a:rPr lang="en-MY" smtClean="0"/>
              <a:t>24/3/2022</a:t>
            </a:fld>
            <a:endParaRPr lang="en-MY"/>
          </a:p>
        </p:txBody>
      </p:sp>
      <p:sp>
        <p:nvSpPr>
          <p:cNvPr id="5" name="Footer Placeholder 4">
            <a:extLst>
              <a:ext uri="{FF2B5EF4-FFF2-40B4-BE49-F238E27FC236}">
                <a16:creationId xmlns:a16="http://schemas.microsoft.com/office/drawing/2014/main" id="{D771FA35-7D98-4DED-AF14-B57664EBAAF8}"/>
              </a:ext>
            </a:extLst>
          </p:cNvPr>
          <p:cNvSpPr>
            <a:spLocks noGrp="1"/>
          </p:cNvSpPr>
          <p:nvPr>
            <p:ph type="ftr" sz="quarter" idx="11"/>
          </p:nvPr>
        </p:nvSpPr>
        <p:spPr/>
        <p:txBody>
          <a:bodyPr/>
          <a:lstStyle/>
          <a:p>
            <a:endParaRPr lang="en-MY"/>
          </a:p>
        </p:txBody>
      </p:sp>
      <p:sp>
        <p:nvSpPr>
          <p:cNvPr id="6" name="Slide Number Placeholder 5">
            <a:extLst>
              <a:ext uri="{FF2B5EF4-FFF2-40B4-BE49-F238E27FC236}">
                <a16:creationId xmlns:a16="http://schemas.microsoft.com/office/drawing/2014/main" id="{79D2C8C0-43EA-4E62-B458-01182F01118C}"/>
              </a:ext>
            </a:extLst>
          </p:cNvPr>
          <p:cNvSpPr>
            <a:spLocks noGrp="1"/>
          </p:cNvSpPr>
          <p:nvPr>
            <p:ph type="sldNum" sz="quarter" idx="12"/>
          </p:nvPr>
        </p:nvSpPr>
        <p:spPr/>
        <p:txBody>
          <a:bodyPr/>
          <a:lstStyle/>
          <a:p>
            <a:fld id="{8F34DD00-9460-4ACA-BCB3-0658FCE44E65}" type="slidenum">
              <a:rPr lang="en-MY" smtClean="0"/>
              <a:t>‹#›</a:t>
            </a:fld>
            <a:endParaRPr lang="en-MY"/>
          </a:p>
        </p:txBody>
      </p:sp>
    </p:spTree>
    <p:extLst>
      <p:ext uri="{BB962C8B-B14F-4D97-AF65-F5344CB8AC3E}">
        <p14:creationId xmlns:p14="http://schemas.microsoft.com/office/powerpoint/2010/main" val="18924975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DA11665-1E11-4AAC-9041-0D266D71008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MY"/>
          </a:p>
        </p:txBody>
      </p:sp>
      <p:sp>
        <p:nvSpPr>
          <p:cNvPr id="3" name="Vertical Text Placeholder 2">
            <a:extLst>
              <a:ext uri="{FF2B5EF4-FFF2-40B4-BE49-F238E27FC236}">
                <a16:creationId xmlns:a16="http://schemas.microsoft.com/office/drawing/2014/main" id="{2008A9CE-AEDD-4628-8D34-E8AC5E1B156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4" name="Date Placeholder 3">
            <a:extLst>
              <a:ext uri="{FF2B5EF4-FFF2-40B4-BE49-F238E27FC236}">
                <a16:creationId xmlns:a16="http://schemas.microsoft.com/office/drawing/2014/main" id="{7F993887-B34C-470A-99AD-C9E16B0943E7}"/>
              </a:ext>
            </a:extLst>
          </p:cNvPr>
          <p:cNvSpPr>
            <a:spLocks noGrp="1"/>
          </p:cNvSpPr>
          <p:nvPr>
            <p:ph type="dt" sz="half" idx="10"/>
          </p:nvPr>
        </p:nvSpPr>
        <p:spPr/>
        <p:txBody>
          <a:bodyPr/>
          <a:lstStyle/>
          <a:p>
            <a:fld id="{054A6A80-5264-4848-8CA6-96ED35941B24}" type="datetimeFigureOut">
              <a:rPr lang="en-MY" smtClean="0"/>
              <a:t>24/3/2022</a:t>
            </a:fld>
            <a:endParaRPr lang="en-MY"/>
          </a:p>
        </p:txBody>
      </p:sp>
      <p:sp>
        <p:nvSpPr>
          <p:cNvPr id="5" name="Footer Placeholder 4">
            <a:extLst>
              <a:ext uri="{FF2B5EF4-FFF2-40B4-BE49-F238E27FC236}">
                <a16:creationId xmlns:a16="http://schemas.microsoft.com/office/drawing/2014/main" id="{5514B5DF-9026-4417-843F-4CB0A25138D9}"/>
              </a:ext>
            </a:extLst>
          </p:cNvPr>
          <p:cNvSpPr>
            <a:spLocks noGrp="1"/>
          </p:cNvSpPr>
          <p:nvPr>
            <p:ph type="ftr" sz="quarter" idx="11"/>
          </p:nvPr>
        </p:nvSpPr>
        <p:spPr/>
        <p:txBody>
          <a:bodyPr/>
          <a:lstStyle/>
          <a:p>
            <a:endParaRPr lang="en-MY"/>
          </a:p>
        </p:txBody>
      </p:sp>
      <p:sp>
        <p:nvSpPr>
          <p:cNvPr id="6" name="Slide Number Placeholder 5">
            <a:extLst>
              <a:ext uri="{FF2B5EF4-FFF2-40B4-BE49-F238E27FC236}">
                <a16:creationId xmlns:a16="http://schemas.microsoft.com/office/drawing/2014/main" id="{F57C50A4-DD25-4C8E-86FE-12C7B2A0260D}"/>
              </a:ext>
            </a:extLst>
          </p:cNvPr>
          <p:cNvSpPr>
            <a:spLocks noGrp="1"/>
          </p:cNvSpPr>
          <p:nvPr>
            <p:ph type="sldNum" sz="quarter" idx="12"/>
          </p:nvPr>
        </p:nvSpPr>
        <p:spPr/>
        <p:txBody>
          <a:bodyPr/>
          <a:lstStyle/>
          <a:p>
            <a:fld id="{8F34DD00-9460-4ACA-BCB3-0658FCE44E65}" type="slidenum">
              <a:rPr lang="en-MY" smtClean="0"/>
              <a:t>‹#›</a:t>
            </a:fld>
            <a:endParaRPr lang="en-MY"/>
          </a:p>
        </p:txBody>
      </p:sp>
    </p:spTree>
    <p:extLst>
      <p:ext uri="{BB962C8B-B14F-4D97-AF65-F5344CB8AC3E}">
        <p14:creationId xmlns:p14="http://schemas.microsoft.com/office/powerpoint/2010/main" val="23203341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682D0DD-01C6-48DE-865D-2DE2FDBDFE8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MY"/>
          </a:p>
        </p:txBody>
      </p:sp>
      <p:sp>
        <p:nvSpPr>
          <p:cNvPr id="3" name="Text Placeholder 2">
            <a:extLst>
              <a:ext uri="{FF2B5EF4-FFF2-40B4-BE49-F238E27FC236}">
                <a16:creationId xmlns:a16="http://schemas.microsoft.com/office/drawing/2014/main" id="{BB78F127-CA9C-4913-B6A9-31935B2AB23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4" name="Date Placeholder 3">
            <a:extLst>
              <a:ext uri="{FF2B5EF4-FFF2-40B4-BE49-F238E27FC236}">
                <a16:creationId xmlns:a16="http://schemas.microsoft.com/office/drawing/2014/main" id="{99BD7B16-7E8C-461D-8428-3B889FFB15D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54A6A80-5264-4848-8CA6-96ED35941B24}" type="datetimeFigureOut">
              <a:rPr lang="en-MY" smtClean="0"/>
              <a:t>24/3/2022</a:t>
            </a:fld>
            <a:endParaRPr lang="en-MY"/>
          </a:p>
        </p:txBody>
      </p:sp>
      <p:sp>
        <p:nvSpPr>
          <p:cNvPr id="5" name="Footer Placeholder 4">
            <a:extLst>
              <a:ext uri="{FF2B5EF4-FFF2-40B4-BE49-F238E27FC236}">
                <a16:creationId xmlns:a16="http://schemas.microsoft.com/office/drawing/2014/main" id="{38C7356E-6E05-412E-9971-783FBF5A4C5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MY"/>
          </a:p>
        </p:txBody>
      </p:sp>
      <p:sp>
        <p:nvSpPr>
          <p:cNvPr id="6" name="Slide Number Placeholder 5">
            <a:extLst>
              <a:ext uri="{FF2B5EF4-FFF2-40B4-BE49-F238E27FC236}">
                <a16:creationId xmlns:a16="http://schemas.microsoft.com/office/drawing/2014/main" id="{0A3A3D0F-3F55-4364-913F-1E7EDA6D59B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F34DD00-9460-4ACA-BCB3-0658FCE44E65}" type="slidenum">
              <a:rPr lang="en-MY" smtClean="0"/>
              <a:t>‹#›</a:t>
            </a:fld>
            <a:endParaRPr lang="en-MY"/>
          </a:p>
        </p:txBody>
      </p:sp>
    </p:spTree>
    <p:extLst>
      <p:ext uri="{BB962C8B-B14F-4D97-AF65-F5344CB8AC3E}">
        <p14:creationId xmlns:p14="http://schemas.microsoft.com/office/powerpoint/2010/main" val="176141042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NULL"/><Relationship Id="rId2" Type="http://schemas.openxmlformats.org/officeDocument/2006/relationships/image" Target="NULL"/><Relationship Id="rId1" Type="http://schemas.openxmlformats.org/officeDocument/2006/relationships/slideLayout" Target="../slideLayouts/slideLayout7.xml"/><Relationship Id="rId4" Type="http://schemas.openxmlformats.org/officeDocument/2006/relationships/slide" Target="slide3.xml"/></Relationships>
</file>

<file path=ppt/slides/_rels/slide2.xml.rels><?xml version="1.0" encoding="UTF-8" standalone="yes"?>
<Relationships xmlns="http://schemas.openxmlformats.org/package/2006/relationships"><Relationship Id="rId3" Type="http://schemas.microsoft.com/office/2007/relationships/hdphoto" Target="NULL"/><Relationship Id="rId7" Type="http://schemas.openxmlformats.org/officeDocument/2006/relationships/slide" Target="slide3.xml"/><Relationship Id="rId2" Type="http://schemas.openxmlformats.org/officeDocument/2006/relationships/image" Target="NULL"/><Relationship Id="rId1" Type="http://schemas.openxmlformats.org/officeDocument/2006/relationships/slideLayout" Target="../slideLayouts/slideLayout7.xml"/><Relationship Id="rId6" Type="http://schemas.openxmlformats.org/officeDocument/2006/relationships/slide" Target="slide6.xml"/><Relationship Id="rId5" Type="http://schemas.openxmlformats.org/officeDocument/2006/relationships/slide" Target="slide5.xml"/><Relationship Id="rId4" Type="http://schemas.openxmlformats.org/officeDocument/2006/relationships/slide" Target="slide4.xml"/></Relationships>
</file>

<file path=ppt/slides/_rels/slide3.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image" Target="NUL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image" Target="NULL"/><Relationship Id="rId1" Type="http://schemas.openxmlformats.org/officeDocument/2006/relationships/slideLayout" Target="../slideLayouts/slideLayout7.xml"/><Relationship Id="rId4" Type="http://schemas.openxmlformats.org/officeDocument/2006/relationships/slide" Target="slide3.xml"/></Relationships>
</file>

<file path=ppt/slides/_rels/slide5.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image" Target="NULL"/><Relationship Id="rId1" Type="http://schemas.openxmlformats.org/officeDocument/2006/relationships/slideLayout" Target="../slideLayouts/slideLayout7.xml"/><Relationship Id="rId4" Type="http://schemas.openxmlformats.org/officeDocument/2006/relationships/slide" Target="slide3.xml"/></Relationships>
</file>

<file path=ppt/slides/_rels/slide6.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image" Target="NULL"/><Relationship Id="rId1" Type="http://schemas.openxmlformats.org/officeDocument/2006/relationships/slideLayout" Target="../slideLayouts/slideLayout7.xml"/><Relationship Id="rId5" Type="http://schemas.microsoft.com/office/2007/relationships/hdphoto" Target="NULL"/><Relationship Id="rId4" Type="http://schemas.openxmlformats.org/officeDocument/2006/relationships/slide" Target="slide3.xml"/></Relationships>
</file>

<file path=ppt/slides/_rels/slide7.xml.rels><?xml version="1.0" encoding="UTF-8" standalone="yes"?>
<Relationships xmlns="http://schemas.openxmlformats.org/package/2006/relationships"><Relationship Id="rId3" Type="http://schemas.microsoft.com/office/2007/relationships/hdphoto" Target="NULL"/><Relationship Id="rId2" Type="http://schemas.openxmlformats.org/officeDocument/2006/relationships/image" Target="NUL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microsoft.com/office/2007/relationships/hdphoto" Target="NULL"/><Relationship Id="rId2" Type="http://schemas.openxmlformats.org/officeDocument/2006/relationships/image" Target="NUL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82A3A"/>
        </a:solidFill>
        <a:effectLst/>
      </p:bgPr>
    </p:bg>
    <p:spTree>
      <p:nvGrpSpPr>
        <p:cNvPr id="1" name=""/>
        <p:cNvGrpSpPr/>
        <p:nvPr/>
      </p:nvGrpSpPr>
      <p:grpSpPr>
        <a:xfrm>
          <a:off x="0" y="0"/>
          <a:ext cx="0" cy="0"/>
          <a:chOff x="0" y="0"/>
          <a:chExt cx="0" cy="0"/>
        </a:xfrm>
      </p:grpSpPr>
      <p:grpSp>
        <p:nvGrpSpPr>
          <p:cNvPr id="20" name="Group 19">
            <a:extLst>
              <a:ext uri="{FF2B5EF4-FFF2-40B4-BE49-F238E27FC236}">
                <a16:creationId xmlns:a16="http://schemas.microsoft.com/office/drawing/2014/main" id="{99151B92-3FC9-42BC-96C3-B8DBFD366DFE}"/>
              </a:ext>
            </a:extLst>
          </p:cNvPr>
          <p:cNvGrpSpPr/>
          <p:nvPr/>
        </p:nvGrpSpPr>
        <p:grpSpPr>
          <a:xfrm>
            <a:off x="0" y="0"/>
            <a:ext cx="12192000" cy="6858000"/>
            <a:chOff x="0" y="0"/>
            <a:chExt cx="12192000" cy="6858000"/>
          </a:xfrm>
        </p:grpSpPr>
        <p:sp>
          <p:nvSpPr>
            <p:cNvPr id="18" name="Rectangle 17">
              <a:extLst>
                <a:ext uri="{FF2B5EF4-FFF2-40B4-BE49-F238E27FC236}">
                  <a16:creationId xmlns:a16="http://schemas.microsoft.com/office/drawing/2014/main" id="{F53F5C69-AA1C-410A-8FA9-26D50250E066}"/>
                </a:ext>
              </a:extLst>
            </p:cNvPr>
            <p:cNvSpPr/>
            <p:nvPr/>
          </p:nvSpPr>
          <p:spPr>
            <a:xfrm>
              <a:off x="0" y="0"/>
              <a:ext cx="12192000" cy="6858000"/>
            </a:xfrm>
            <a:prstGeom prst="rect">
              <a:avLst/>
            </a:prstGeom>
            <a:solidFill>
              <a:srgbClr val="A6D5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dirty="0"/>
            </a:p>
          </p:txBody>
        </p:sp>
        <p:sp>
          <p:nvSpPr>
            <p:cNvPr id="12" name="Oval 11">
              <a:extLst>
                <a:ext uri="{FF2B5EF4-FFF2-40B4-BE49-F238E27FC236}">
                  <a16:creationId xmlns:a16="http://schemas.microsoft.com/office/drawing/2014/main" id="{4C5D8452-5982-4C3A-A1F5-7868FF8A62CB}"/>
                </a:ext>
              </a:extLst>
            </p:cNvPr>
            <p:cNvSpPr/>
            <p:nvPr/>
          </p:nvSpPr>
          <p:spPr>
            <a:xfrm>
              <a:off x="2399551" y="1120776"/>
              <a:ext cx="3152775" cy="3025955"/>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grpSp>
      <p:pic>
        <p:nvPicPr>
          <p:cNvPr id="5" name="Picture 2">
            <a:extLst>
              <a:ext uri="{FF2B5EF4-FFF2-40B4-BE49-F238E27FC236}">
                <a16:creationId xmlns:a16="http://schemas.microsoft.com/office/drawing/2014/main" id="{35E9DA00-F5A7-4B38-BE84-76903888386B}"/>
              </a:ext>
            </a:extLst>
          </p:cNvPr>
          <p:cNvPicPr>
            <a:picLocks noChangeAspect="1" noChangeArrowheads="1"/>
          </p:cNvPicPr>
          <p:nvPr/>
        </p:nvPicPr>
        <p:blipFill rotWithShape="1">
          <a:blip r:embed="rId2">
            <a:extLst>
              <a:ext uri="{BEBA8EAE-BF5A-486C-A8C5-ECC9F3942E4B}">
                <a14:imgProps xmlns:a14="http://schemas.microsoft.com/office/drawing/2010/main">
                  <a14:imgLayer r:embed="rId3">
                    <a14:imgEffect>
                      <a14:backgroundRemoval t="10000" b="99630" l="547" r="99792">
                        <a14:foregroundMark x1="4922" y1="93194" x2="99792" y2="93194"/>
                        <a14:foregroundMark x1="99792" y1="93194" x2="99792" y2="93194"/>
                        <a14:foregroundMark x1="55339" y1="83194" x2="91667" y2="81991"/>
                        <a14:foregroundMark x1="91667" y1="81991" x2="93620" y2="81991"/>
                        <a14:foregroundMark x1="95833" y1="72824" x2="90417" y2="86806"/>
                        <a14:foregroundMark x1="4297" y1="85694" x2="9922" y2="94213"/>
                        <a14:foregroundMark x1="4922" y1="97407" x2="93828" y2="99630"/>
                        <a14:foregroundMark x1="1250" y1="92593" x2="547" y2="88009"/>
                      </a14:backgroundRemoval>
                    </a14:imgEffect>
                    <a14:imgEffect>
                      <a14:artisticCutout/>
                    </a14:imgEffect>
                  </a14:imgLayer>
                </a14:imgProps>
              </a:ext>
              <a:ext uri="{28A0092B-C50C-407E-A947-70E740481C1C}">
                <a14:useLocalDpi xmlns:a14="http://schemas.microsoft.com/office/drawing/2010/main" val="0"/>
              </a:ext>
            </a:extLst>
          </a:blip>
          <a:srcRect t="18750"/>
          <a:stretch/>
        </p:blipFill>
        <p:spPr bwMode="auto">
          <a:xfrm>
            <a:off x="0" y="1285874"/>
            <a:ext cx="12192000" cy="5572125"/>
          </a:xfrm>
          <a:prstGeom prst="rect">
            <a:avLst/>
          </a:prstGeom>
          <a:noFill/>
          <a:extLst>
            <a:ext uri="{909E8E84-426E-40DD-AFC4-6F175D3DCCD1}">
              <a14:hiddenFill xmlns:a14="http://schemas.microsoft.com/office/drawing/2010/main">
                <a:solidFill>
                  <a:srgbClr val="FFFFFF"/>
                </a:solidFill>
              </a14:hiddenFill>
            </a:ext>
          </a:extLst>
        </p:spPr>
      </p:pic>
      <p:grpSp>
        <p:nvGrpSpPr>
          <p:cNvPr id="21" name="Group 20">
            <a:extLst>
              <a:ext uri="{FF2B5EF4-FFF2-40B4-BE49-F238E27FC236}">
                <a16:creationId xmlns:a16="http://schemas.microsoft.com/office/drawing/2014/main" id="{4FF3496E-C795-477D-BC60-FB7E868B5BB7}"/>
              </a:ext>
            </a:extLst>
          </p:cNvPr>
          <p:cNvGrpSpPr/>
          <p:nvPr/>
        </p:nvGrpSpPr>
        <p:grpSpPr>
          <a:xfrm>
            <a:off x="0" y="722759"/>
            <a:ext cx="12192000" cy="6121400"/>
            <a:chOff x="0" y="488949"/>
            <a:chExt cx="12192000" cy="6121400"/>
          </a:xfrm>
        </p:grpSpPr>
        <p:grpSp>
          <p:nvGrpSpPr>
            <p:cNvPr id="17" name="Group 16">
              <a:extLst>
                <a:ext uri="{FF2B5EF4-FFF2-40B4-BE49-F238E27FC236}">
                  <a16:creationId xmlns:a16="http://schemas.microsoft.com/office/drawing/2014/main" id="{5A57B033-DC7B-455A-BD1D-DEF5D6819779}"/>
                </a:ext>
              </a:extLst>
            </p:cNvPr>
            <p:cNvGrpSpPr/>
            <p:nvPr/>
          </p:nvGrpSpPr>
          <p:grpSpPr>
            <a:xfrm>
              <a:off x="0" y="488949"/>
              <a:ext cx="12192000" cy="6121400"/>
              <a:chOff x="0" y="736599"/>
              <a:chExt cx="12192000" cy="6121400"/>
            </a:xfrm>
          </p:grpSpPr>
          <p:grpSp>
            <p:nvGrpSpPr>
              <p:cNvPr id="13" name="Group 12">
                <a:extLst>
                  <a:ext uri="{FF2B5EF4-FFF2-40B4-BE49-F238E27FC236}">
                    <a16:creationId xmlns:a16="http://schemas.microsoft.com/office/drawing/2014/main" id="{F9878F5E-A7C4-4F44-871E-4666F084EDDD}"/>
                  </a:ext>
                </a:extLst>
              </p:cNvPr>
              <p:cNvGrpSpPr/>
              <p:nvPr/>
            </p:nvGrpSpPr>
            <p:grpSpPr>
              <a:xfrm>
                <a:off x="0" y="736599"/>
                <a:ext cx="12192000" cy="6121400"/>
                <a:chOff x="0" y="736599"/>
                <a:chExt cx="12192000" cy="6121400"/>
              </a:xfrm>
            </p:grpSpPr>
            <p:pic>
              <p:nvPicPr>
                <p:cNvPr id="6" name="Picture 2">
                  <a:extLst>
                    <a:ext uri="{FF2B5EF4-FFF2-40B4-BE49-F238E27FC236}">
                      <a16:creationId xmlns:a16="http://schemas.microsoft.com/office/drawing/2014/main" id="{AD24BB51-5597-4744-A45E-0426C3337AAE}"/>
                    </a:ext>
                  </a:extLst>
                </p:cNvPr>
                <p:cNvPicPr>
                  <a:picLocks noChangeAspect="1" noChangeArrowheads="1"/>
                </p:cNvPicPr>
                <p:nvPr/>
              </p:nvPicPr>
              <p:blipFill rotWithShape="1">
                <a:blip r:embed="rId2">
                  <a:grayscl/>
                  <a:extLst>
                    <a:ext uri="{BEBA8EAE-BF5A-486C-A8C5-ECC9F3942E4B}">
                      <a14:imgProps xmlns:a14="http://schemas.microsoft.com/office/drawing/2010/main">
                        <a14:imgLayer r:embed="rId3">
                          <a14:imgEffect>
                            <a14:backgroundRemoval t="10000" b="99630" l="547" r="99792">
                              <a14:foregroundMark x1="4922" y1="93194" x2="99792" y2="93194"/>
                              <a14:foregroundMark x1="99792" y1="93194" x2="99792" y2="93194"/>
                              <a14:foregroundMark x1="55339" y1="83194" x2="91667" y2="81991"/>
                              <a14:foregroundMark x1="91667" y1="81991" x2="93620" y2="81991"/>
                              <a14:foregroundMark x1="95833" y1="72824" x2="90417" y2="86806"/>
                              <a14:foregroundMark x1="4297" y1="85694" x2="9922" y2="94213"/>
                              <a14:foregroundMark x1="4922" y1="97407" x2="93828" y2="99630"/>
                              <a14:foregroundMark x1="1250" y1="92593" x2="547" y2="88009"/>
                              <a14:foregroundMark x1="67708" y1="70602" x2="67708" y2="70602"/>
                              <a14:foregroundMark x1="67786" y1="67176" x2="67786" y2="69630"/>
                              <a14:foregroundMark x1="77370" y1="69630" x2="76953" y2="58981"/>
                              <a14:foregroundMark x1="76953" y1="58981" x2="79297" y2="68148"/>
                              <a14:foregroundMark x1="2578" y1="72824" x2="3464" y2="64815"/>
                              <a14:foregroundMark x1="3464" y1="64815" x2="5286" y2="72824"/>
                              <a14:foregroundMark x1="5286" y1="72824" x2="3854" y2="64306"/>
                              <a14:foregroundMark x1="3854" y1="64306" x2="3411" y2="63843"/>
                              <a14:foregroundMark x1="10000" y1="64583" x2="9922" y2="63333"/>
                              <a14:foregroundMark x1="4036" y1="62963" x2="3750" y2="61111"/>
                              <a14:foregroundMark x1="3333" y1="63102" x2="3828" y2="61620"/>
                              <a14:foregroundMark x1="3464" y1="61481" x2="3828" y2="63935"/>
                              <a14:foregroundMark x1="3750" y1="61250" x2="5495" y2="64306"/>
                              <a14:backgroundMark x1="16042" y1="47176" x2="31146" y2="49954"/>
                              <a14:backgroundMark x1="31146" y1="49954" x2="33411" y2="48750"/>
                              <a14:backgroundMark x1="23047" y1="53333" x2="28333" y2="47176"/>
                              <a14:backgroundMark x1="30000" y1="37407" x2="27057" y2="53102"/>
                              <a14:backgroundMark x1="27057" y1="53102" x2="26458" y2="53704"/>
                              <a14:backgroundMark x1="27214" y1="49630" x2="16224" y2="56019"/>
                              <a14:backgroundMark x1="16224" y1="56019" x2="11979" y2="60602"/>
                              <a14:backgroundMark x1="11979" y1="60602" x2="7786" y2="58009"/>
                              <a14:backgroundMark x1="7786" y1="58009" x2="16068" y2="43519"/>
                              <a14:backgroundMark x1="16068" y1="43519" x2="15286" y2="54722"/>
                              <a14:backgroundMark x1="15286" y1="54722" x2="17865" y2="60093"/>
                              <a14:backgroundMark x1="17865" y1="60093" x2="12344" y2="65093"/>
                              <a14:backgroundMark x1="3297" y1="61553" x2="1693" y2="60926"/>
                              <a14:backgroundMark x1="9918" y1="64144" x2="3800" y2="61750"/>
                              <a14:backgroundMark x1="12344" y1="65093" x2="10069" y2="64203"/>
                              <a14:backgroundMark x1="4470" y1="61414" x2="10911" y2="62546"/>
                              <a14:backgroundMark x1="1693" y1="60926" x2="3896" y2="61313"/>
                              <a14:backgroundMark x1="10911" y1="62546" x2="25391" y2="72407"/>
                              <a14:backgroundMark x1="25391" y1="72407" x2="30156" y2="66667"/>
                              <a14:backgroundMark x1="30156" y1="66667" x2="43229" y2="59861"/>
                              <a14:backgroundMark x1="43229" y1="59861" x2="49089" y2="53380"/>
                              <a14:backgroundMark x1="49089" y1="53380" x2="54115" y2="53426"/>
                              <a14:backgroundMark x1="54115" y1="53426" x2="56224" y2="60602"/>
                              <a14:backgroundMark x1="56224" y1="60602" x2="63802" y2="53333"/>
                              <a14:backgroundMark x1="63802" y1="53333" x2="69193" y2="58704"/>
                              <a14:backgroundMark x1="69193" y1="58704" x2="78385" y2="51806"/>
                              <a14:backgroundMark x1="78385" y1="51806" x2="82214" y2="55509"/>
                              <a14:backgroundMark x1="82214" y1="55509" x2="86250" y2="55417"/>
                              <a14:backgroundMark x1="86250" y1="55417" x2="88307" y2="47917"/>
                              <a14:backgroundMark x1="88307" y1="47917" x2="92786" y2="43981"/>
                              <a14:backgroundMark x1="92786" y1="43981" x2="96198" y2="48380"/>
                              <a14:backgroundMark x1="96198" y1="48380" x2="98802" y2="33426"/>
                              <a14:backgroundMark x1="98802" y1="33426" x2="95260" y2="26852"/>
                              <a14:backgroundMark x1="95260" y1="26852" x2="81927" y2="48565"/>
                              <a14:backgroundMark x1="81927" y1="48565" x2="72057" y2="55231"/>
                              <a14:backgroundMark x1="72057" y1="55231" x2="43385" y2="50648"/>
                              <a14:backgroundMark x1="43385" y1="50648" x2="25182" y2="59907"/>
                              <a14:backgroundMark x1="25182" y1="59907" x2="18021" y2="50231"/>
                              <a14:backgroundMark x1="18021" y1="50231" x2="9870" y2="52593"/>
                              <a14:backgroundMark x1="9870" y1="52593" x2="5885" y2="61204"/>
                              <a14:backgroundMark x1="3144" y1="62416" x2="859" y2="63426"/>
                              <a14:backgroundMark x1="5885" y1="61204" x2="4660" y2="61746"/>
                              <a14:backgroundMark x1="859" y1="63426" x2="625" y2="72083"/>
                              <a14:backgroundMark x1="625" y1="72083" x2="625" y2="72083"/>
                              <a14:backgroundMark x1="17995" y1="52454" x2="32891" y2="44769"/>
                              <a14:backgroundMark x1="32891" y1="44769" x2="9740" y2="54213"/>
                              <a14:backgroundMark x1="9740" y1="54213" x2="27214" y2="44398"/>
                              <a14:backgroundMark x1="27214" y1="44398" x2="22161" y2="49954"/>
                              <a14:backgroundMark x1="22161" y1="49954" x2="28672" y2="50185"/>
                              <a14:backgroundMark x1="28672" y1="50185" x2="23646" y2="48148"/>
                              <a14:backgroundMark x1="23646" y1="48148" x2="19505" y2="51481"/>
                              <a14:backgroundMark x1="19505" y1="51481" x2="24792" y2="49630"/>
                              <a14:backgroundMark x1="29792" y1="46898" x2="17708" y2="50741"/>
                              <a14:backgroundMark x1="30286" y1="46898" x2="30911" y2="47176"/>
                              <a14:backgroundMark x1="32995" y1="47639" x2="33255" y2="50741"/>
                              <a14:backgroundMark x1="32161" y1="46667" x2="32708" y2="49491"/>
                              <a14:backgroundMark x1="31380" y1="47037" x2="31589" y2="49861"/>
                              <a14:backgroundMark x1="31536" y1="47037" x2="30625" y2="50000"/>
                              <a14:backgroundMark x1="30911" y1="46435" x2="30625" y2="49769"/>
                              <a14:backgroundMark x1="30625" y1="46528" x2="30755" y2="48889"/>
                              <a14:backgroundMark x1="30495" y1="47639" x2="33464" y2="49861"/>
                              <a14:backgroundMark x1="32422" y1="47176" x2="33542" y2="49028"/>
                              <a14:backgroundMark x1="32370" y1="48380" x2="33750" y2="48657"/>
                              <a14:backgroundMark x1="32578" y1="47176" x2="33880" y2="47407"/>
                              <a14:backgroundMark x1="32630" y1="47407" x2="33620" y2="47639"/>
                              <a14:backgroundMark x1="25078" y1="74676" x2="25078" y2="74676"/>
                              <a14:backgroundMark x1="25755" y1="81620" x2="27500" y2="70694"/>
                              <a14:backgroundMark x1="27500" y1="70694" x2="38177" y2="68657"/>
                              <a14:backgroundMark x1="38177" y1="68657" x2="41328" y2="64120"/>
                              <a14:backgroundMark x1="41328" y1="64120" x2="45599" y2="68611"/>
                              <a14:backgroundMark x1="45599" y1="68611" x2="48411" y2="61111"/>
                              <a14:backgroundMark x1="48411" y1="61111" x2="53438" y2="57778"/>
                              <a14:backgroundMark x1="53438" y1="57778" x2="56510" y2="62361"/>
                              <a14:backgroundMark x1="56510" y1="62361" x2="58880" y2="68472"/>
                              <a14:backgroundMark x1="58880" y1="68472" x2="58958" y2="69769"/>
                              <a14:backgroundMark x1="65495" y1="69630" x2="68828" y2="60000"/>
                              <a14:backgroundMark x1="68828" y1="60000" x2="71771" y2="70648"/>
                              <a14:backgroundMark x1="71771" y1="70648" x2="73203" y2="60185"/>
                              <a14:backgroundMark x1="73203" y1="60185" x2="72708" y2="58148"/>
                              <a14:backgroundMark x1="80625" y1="64444" x2="82005" y2="59028"/>
                              <a14:backgroundMark x1="94297" y1="56667" x2="95547" y2="49259"/>
                              <a14:backgroundMark x1="18203" y1="78519" x2="16302" y2="71157"/>
                              <a14:backgroundMark x1="16302" y1="71157" x2="13255" y2="70139"/>
                            </a14:backgroundRemoval>
                          </a14:imgEffect>
                        </a14:imgLayer>
                      </a14:imgProps>
                    </a:ext>
                    <a:ext uri="{28A0092B-C50C-407E-A947-70E740481C1C}">
                      <a14:useLocalDpi xmlns:a14="http://schemas.microsoft.com/office/drawing/2010/main" val="0"/>
                    </a:ext>
                  </a:extLst>
                </a:blip>
                <a:srcRect t="42328"/>
                <a:stretch/>
              </p:blipFill>
              <p:spPr bwMode="auto">
                <a:xfrm>
                  <a:off x="0" y="2902856"/>
                  <a:ext cx="12192000" cy="3955143"/>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Rounded Corners 3">
                  <a:extLst>
                    <a:ext uri="{FF2B5EF4-FFF2-40B4-BE49-F238E27FC236}">
                      <a16:creationId xmlns:a16="http://schemas.microsoft.com/office/drawing/2014/main" id="{2A021A04-7FBD-4DA0-BFE2-2E416AC68F35}"/>
                    </a:ext>
                  </a:extLst>
                </p:cNvPr>
                <p:cNvSpPr/>
                <p:nvPr/>
              </p:nvSpPr>
              <p:spPr>
                <a:xfrm>
                  <a:off x="11239500" y="758826"/>
                  <a:ext cx="676275" cy="361950"/>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dirty="0"/>
                </a:p>
              </p:txBody>
            </p:sp>
            <p:sp>
              <p:nvSpPr>
                <p:cNvPr id="8" name="Rectangle: Rounded Corners 7">
                  <a:extLst>
                    <a:ext uri="{FF2B5EF4-FFF2-40B4-BE49-F238E27FC236}">
                      <a16:creationId xmlns:a16="http://schemas.microsoft.com/office/drawing/2014/main" id="{124EBD7B-D751-4491-AD1C-AFE076227BD3}"/>
                    </a:ext>
                  </a:extLst>
                </p:cNvPr>
                <p:cNvSpPr/>
                <p:nvPr/>
              </p:nvSpPr>
              <p:spPr>
                <a:xfrm>
                  <a:off x="368300" y="736599"/>
                  <a:ext cx="352425" cy="69853"/>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10" name="Rectangle: Rounded Corners 9">
                  <a:extLst>
                    <a:ext uri="{FF2B5EF4-FFF2-40B4-BE49-F238E27FC236}">
                      <a16:creationId xmlns:a16="http://schemas.microsoft.com/office/drawing/2014/main" id="{4610ADAB-75EC-4370-A9C4-FB30AE9F0672}"/>
                    </a:ext>
                  </a:extLst>
                </p:cNvPr>
                <p:cNvSpPr/>
                <p:nvPr/>
              </p:nvSpPr>
              <p:spPr>
                <a:xfrm>
                  <a:off x="368300" y="869948"/>
                  <a:ext cx="352425" cy="69853"/>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11" name="Rectangle: Rounded Corners 10">
                  <a:extLst>
                    <a:ext uri="{FF2B5EF4-FFF2-40B4-BE49-F238E27FC236}">
                      <a16:creationId xmlns:a16="http://schemas.microsoft.com/office/drawing/2014/main" id="{7E55878B-4042-41C1-89F3-C608B7ADFDD1}"/>
                    </a:ext>
                  </a:extLst>
                </p:cNvPr>
                <p:cNvSpPr/>
                <p:nvPr/>
              </p:nvSpPr>
              <p:spPr>
                <a:xfrm>
                  <a:off x="368300" y="1003297"/>
                  <a:ext cx="352425" cy="69853"/>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dirty="0"/>
                </a:p>
              </p:txBody>
            </p:sp>
            <p:sp>
              <p:nvSpPr>
                <p:cNvPr id="9" name="TextBox 8">
                  <a:extLst>
                    <a:ext uri="{FF2B5EF4-FFF2-40B4-BE49-F238E27FC236}">
                      <a16:creationId xmlns:a16="http://schemas.microsoft.com/office/drawing/2014/main" id="{6FB143C0-6896-47E7-92CF-8977963F7BA1}"/>
                    </a:ext>
                  </a:extLst>
                </p:cNvPr>
                <p:cNvSpPr txBox="1"/>
                <p:nvPr/>
              </p:nvSpPr>
              <p:spPr>
                <a:xfrm>
                  <a:off x="4252164" y="2562225"/>
                  <a:ext cx="3897221" cy="1200329"/>
                </a:xfrm>
                <a:prstGeom prst="rect">
                  <a:avLst/>
                </a:prstGeom>
                <a:noFill/>
              </p:spPr>
              <p:txBody>
                <a:bodyPr wrap="none" rtlCol="0">
                  <a:spAutoFit/>
                </a:bodyPr>
                <a:lstStyle/>
                <a:p>
                  <a:r>
                    <a:rPr lang="en-MY" sz="7200" dirty="0">
                      <a:solidFill>
                        <a:schemeClr val="bg1"/>
                      </a:solidFill>
                      <a:latin typeface="Felix Titling" panose="04060505060202020A04" pitchFamily="82" charset="0"/>
                    </a:rPr>
                    <a:t>FOREST </a:t>
                  </a:r>
                </a:p>
              </p:txBody>
            </p:sp>
          </p:grpSp>
          <p:sp>
            <p:nvSpPr>
              <p:cNvPr id="15" name="TextBox 14">
                <a:extLst>
                  <a:ext uri="{FF2B5EF4-FFF2-40B4-BE49-F238E27FC236}">
                    <a16:creationId xmlns:a16="http://schemas.microsoft.com/office/drawing/2014/main" id="{6248F497-47B1-4A6F-9735-125350CE3687}"/>
                  </a:ext>
                </a:extLst>
              </p:cNvPr>
              <p:cNvSpPr txBox="1"/>
              <p:nvPr/>
            </p:nvSpPr>
            <p:spPr>
              <a:xfrm>
                <a:off x="9987850" y="6211836"/>
                <a:ext cx="1787669" cy="369332"/>
              </a:xfrm>
              <a:prstGeom prst="rect">
                <a:avLst/>
              </a:prstGeom>
              <a:noFill/>
            </p:spPr>
            <p:txBody>
              <a:bodyPr wrap="none" rtlCol="0">
                <a:spAutoFit/>
              </a:bodyPr>
              <a:lstStyle/>
              <a:p>
                <a:r>
                  <a:rPr lang="en-MY" dirty="0">
                    <a:solidFill>
                      <a:schemeClr val="bg1"/>
                    </a:solidFill>
                    <a:latin typeface="Abadi" panose="020B0604020104020204" pitchFamily="34" charset="0"/>
                  </a:rPr>
                  <a:t>design by hmpt </a:t>
                </a:r>
              </a:p>
            </p:txBody>
          </p:sp>
          <p:sp>
            <p:nvSpPr>
              <p:cNvPr id="16" name="TextBox 15">
                <a:extLst>
                  <a:ext uri="{FF2B5EF4-FFF2-40B4-BE49-F238E27FC236}">
                    <a16:creationId xmlns:a16="http://schemas.microsoft.com/office/drawing/2014/main" id="{42ABDC13-7CCA-4FD0-845D-45606D477709}"/>
                  </a:ext>
                </a:extLst>
              </p:cNvPr>
              <p:cNvSpPr txBox="1"/>
              <p:nvPr/>
            </p:nvSpPr>
            <p:spPr>
              <a:xfrm>
                <a:off x="211297" y="5988052"/>
                <a:ext cx="803425" cy="707886"/>
              </a:xfrm>
              <a:prstGeom prst="rect">
                <a:avLst/>
              </a:prstGeom>
              <a:noFill/>
            </p:spPr>
            <p:txBody>
              <a:bodyPr wrap="none" rtlCol="0">
                <a:spAutoFit/>
              </a:bodyPr>
              <a:lstStyle/>
              <a:p>
                <a:r>
                  <a:rPr lang="en-MY" sz="4000" dirty="0">
                    <a:solidFill>
                      <a:schemeClr val="bg1"/>
                    </a:solidFill>
                    <a:latin typeface="Abadi" panose="020B0604020104020204" pitchFamily="34" charset="0"/>
                  </a:rPr>
                  <a:t>07</a:t>
                </a:r>
              </a:p>
            </p:txBody>
          </p:sp>
        </p:grpSp>
        <p:pic>
          <p:nvPicPr>
            <p:cNvPr id="92" name="Graphic 91" descr="Leaf with solid fill">
              <a:extLst>
                <a:ext uri="{FF2B5EF4-FFF2-40B4-BE49-F238E27FC236}">
                  <a16:creationId xmlns:a16="http://schemas.microsoft.com/office/drawing/2014/main" id="{96C5426A-76C5-4825-8023-6D7086EC888E}"/>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6253477" y="1901828"/>
              <a:ext cx="720414" cy="720414"/>
            </a:xfrm>
            <a:prstGeom prst="rect">
              <a:avLst/>
            </a:prstGeom>
          </p:spPr>
        </p:pic>
      </p:grpSp>
      <p:grpSp>
        <p:nvGrpSpPr>
          <p:cNvPr id="38" name="Group 37">
            <a:extLst>
              <a:ext uri="{FF2B5EF4-FFF2-40B4-BE49-F238E27FC236}">
                <a16:creationId xmlns:a16="http://schemas.microsoft.com/office/drawing/2014/main" id="{0374FB6E-C9CB-426C-8194-8220EDAF2489}"/>
              </a:ext>
            </a:extLst>
          </p:cNvPr>
          <p:cNvGrpSpPr/>
          <p:nvPr/>
        </p:nvGrpSpPr>
        <p:grpSpPr>
          <a:xfrm>
            <a:off x="1014722" y="8922814"/>
            <a:ext cx="2155690" cy="4529800"/>
            <a:chOff x="973974" y="1718600"/>
            <a:chExt cx="2155690" cy="4529800"/>
          </a:xfrm>
        </p:grpSpPr>
        <p:grpSp>
          <p:nvGrpSpPr>
            <p:cNvPr id="39" name="Group 38">
              <a:extLst>
                <a:ext uri="{FF2B5EF4-FFF2-40B4-BE49-F238E27FC236}">
                  <a16:creationId xmlns:a16="http://schemas.microsoft.com/office/drawing/2014/main" id="{A0822E96-72C2-4489-B0D8-592AE589C720}"/>
                </a:ext>
              </a:extLst>
            </p:cNvPr>
            <p:cNvGrpSpPr/>
            <p:nvPr/>
          </p:nvGrpSpPr>
          <p:grpSpPr>
            <a:xfrm>
              <a:off x="973974" y="1718600"/>
              <a:ext cx="2155690" cy="4529800"/>
              <a:chOff x="973974" y="1718600"/>
              <a:chExt cx="2155690" cy="4529800"/>
            </a:xfrm>
            <a:blipFill dpi="0" rotWithShape="1">
              <a:blip r:embed="rId2">
                <a:extLst>
                  <a:ext uri="{28A0092B-C50C-407E-A947-70E740481C1C}">
                    <a14:useLocalDpi xmlns:a14="http://schemas.microsoft.com/office/drawing/2010/main" val="0"/>
                  </a:ext>
                </a:extLst>
              </a:blip>
              <a:srcRect/>
              <a:stretch>
                <a:fillRect/>
              </a:stretch>
            </a:blipFill>
          </p:grpSpPr>
          <p:sp>
            <p:nvSpPr>
              <p:cNvPr id="42" name="Rectangle: Rounded Corners 41">
                <a:extLst>
                  <a:ext uri="{FF2B5EF4-FFF2-40B4-BE49-F238E27FC236}">
                    <a16:creationId xmlns:a16="http://schemas.microsoft.com/office/drawing/2014/main" id="{A9CF0485-7DC4-4A57-83E7-00C99A25D1FC}"/>
                  </a:ext>
                </a:extLst>
              </p:cNvPr>
              <p:cNvSpPr/>
              <p:nvPr/>
            </p:nvSpPr>
            <p:spPr>
              <a:xfrm>
                <a:off x="1014722" y="1718600"/>
                <a:ext cx="2114942" cy="4529800"/>
              </a:xfrm>
              <a:prstGeom prst="roundRect">
                <a:avLst/>
              </a:prstGeom>
              <a:grpFill/>
              <a:ln>
                <a:noFill/>
              </a:ln>
              <a:effectLst>
                <a:outerShdw blurRad="50800" dist="50800" dir="5400000" algn="ctr" rotWithShape="0">
                  <a:srgbClr val="000000">
                    <a:alpha val="5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dirty="0"/>
              </a:p>
            </p:txBody>
          </p:sp>
          <p:sp>
            <p:nvSpPr>
              <p:cNvPr id="43" name="Rectangle: Rounded Corners 42">
                <a:extLst>
                  <a:ext uri="{FF2B5EF4-FFF2-40B4-BE49-F238E27FC236}">
                    <a16:creationId xmlns:a16="http://schemas.microsoft.com/office/drawing/2014/main" id="{3DCF50AC-F4E0-4BA1-BEC8-69054B3DCBF1}"/>
                  </a:ext>
                </a:extLst>
              </p:cNvPr>
              <p:cNvSpPr/>
              <p:nvPr/>
            </p:nvSpPr>
            <p:spPr>
              <a:xfrm>
                <a:off x="1700464" y="6076950"/>
                <a:ext cx="743457" cy="76198"/>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44" name="TextBox 43">
                <a:extLst>
                  <a:ext uri="{FF2B5EF4-FFF2-40B4-BE49-F238E27FC236}">
                    <a16:creationId xmlns:a16="http://schemas.microsoft.com/office/drawing/2014/main" id="{1C53FC53-5C31-4C2B-A4BF-8EC81306628D}"/>
                  </a:ext>
                </a:extLst>
              </p:cNvPr>
              <p:cNvSpPr txBox="1"/>
              <p:nvPr/>
            </p:nvSpPr>
            <p:spPr>
              <a:xfrm>
                <a:off x="973974" y="4966035"/>
                <a:ext cx="1843774" cy="1015663"/>
              </a:xfrm>
              <a:prstGeom prst="rect">
                <a:avLst/>
              </a:prstGeom>
              <a:grpFill/>
            </p:spPr>
            <p:txBody>
              <a:bodyPr wrap="none" rtlCol="0">
                <a:spAutoFit/>
              </a:bodyPr>
              <a:lstStyle/>
              <a:p>
                <a:r>
                  <a:rPr lang="en-MY" sz="6000" dirty="0">
                    <a:solidFill>
                      <a:schemeClr val="bg1"/>
                    </a:solidFill>
                    <a:latin typeface="Abadi" panose="020B0604020104020204" pitchFamily="34" charset="0"/>
                  </a:rPr>
                  <a:t>fruits</a:t>
                </a:r>
                <a:endParaRPr lang="en-MY" dirty="0">
                  <a:solidFill>
                    <a:schemeClr val="bg1"/>
                  </a:solidFill>
                  <a:latin typeface="Abadi" panose="020B0604020104020204" pitchFamily="34" charset="0"/>
                </a:endParaRPr>
              </a:p>
            </p:txBody>
          </p:sp>
          <p:sp>
            <p:nvSpPr>
              <p:cNvPr id="45" name="TextBox 44">
                <a:extLst>
                  <a:ext uri="{FF2B5EF4-FFF2-40B4-BE49-F238E27FC236}">
                    <a16:creationId xmlns:a16="http://schemas.microsoft.com/office/drawing/2014/main" id="{046FF7A9-7BCD-4F08-99E0-9ABFDB69E4FF}"/>
                  </a:ext>
                </a:extLst>
              </p:cNvPr>
              <p:cNvSpPr txBox="1"/>
              <p:nvPr/>
            </p:nvSpPr>
            <p:spPr>
              <a:xfrm>
                <a:off x="1014722" y="4896377"/>
                <a:ext cx="630301" cy="369332"/>
              </a:xfrm>
              <a:prstGeom prst="rect">
                <a:avLst/>
              </a:prstGeom>
              <a:noFill/>
            </p:spPr>
            <p:txBody>
              <a:bodyPr wrap="none" rtlCol="0">
                <a:spAutoFit/>
              </a:bodyPr>
              <a:lstStyle/>
              <a:p>
                <a:r>
                  <a:rPr lang="en-MY" dirty="0">
                    <a:solidFill>
                      <a:schemeClr val="bg1"/>
                    </a:solidFill>
                    <a:latin typeface="Abadi" panose="020B0604020104020204" pitchFamily="34" charset="0"/>
                  </a:rPr>
                  <a:t>baru</a:t>
                </a:r>
              </a:p>
            </p:txBody>
          </p:sp>
        </p:grpSp>
        <p:sp>
          <p:nvSpPr>
            <p:cNvPr id="40" name="Rectangle: Rounded Corners 39">
              <a:extLst>
                <a:ext uri="{FF2B5EF4-FFF2-40B4-BE49-F238E27FC236}">
                  <a16:creationId xmlns:a16="http://schemas.microsoft.com/office/drawing/2014/main" id="{BDB694D8-FD84-4D68-97DF-35AC35972A32}"/>
                </a:ext>
              </a:extLst>
            </p:cNvPr>
            <p:cNvSpPr/>
            <p:nvPr/>
          </p:nvSpPr>
          <p:spPr>
            <a:xfrm>
              <a:off x="1706111" y="5972378"/>
              <a:ext cx="743457" cy="76198"/>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pic>
          <p:nvPicPr>
            <p:cNvPr id="41" name="Graphic 40" descr="Blueberry with solid fill">
              <a:extLst>
                <a:ext uri="{FF2B5EF4-FFF2-40B4-BE49-F238E27FC236}">
                  <a16:creationId xmlns:a16="http://schemas.microsoft.com/office/drawing/2014/main" id="{4768C25A-717C-44D6-9C4D-362F4FC7B5FA}"/>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481811" y="2589204"/>
              <a:ext cx="1180759" cy="1180759"/>
            </a:xfrm>
            <a:prstGeom prst="rect">
              <a:avLst/>
            </a:prstGeom>
          </p:spPr>
        </p:pic>
      </p:grpSp>
      <p:grpSp>
        <p:nvGrpSpPr>
          <p:cNvPr id="46" name="Group 45">
            <a:extLst>
              <a:ext uri="{FF2B5EF4-FFF2-40B4-BE49-F238E27FC236}">
                <a16:creationId xmlns:a16="http://schemas.microsoft.com/office/drawing/2014/main" id="{F700E359-ADE3-4051-8DA8-1164D25C6F5B}"/>
              </a:ext>
            </a:extLst>
          </p:cNvPr>
          <p:cNvGrpSpPr/>
          <p:nvPr/>
        </p:nvGrpSpPr>
        <p:grpSpPr>
          <a:xfrm>
            <a:off x="9038291" y="23492265"/>
            <a:ext cx="2244525" cy="4529800"/>
            <a:chOff x="8997543" y="1739138"/>
            <a:chExt cx="2244525" cy="4529800"/>
          </a:xfrm>
        </p:grpSpPr>
        <p:grpSp>
          <p:nvGrpSpPr>
            <p:cNvPr id="47" name="Group 46">
              <a:extLst>
                <a:ext uri="{FF2B5EF4-FFF2-40B4-BE49-F238E27FC236}">
                  <a16:creationId xmlns:a16="http://schemas.microsoft.com/office/drawing/2014/main" id="{AE58192C-D1D9-4681-BCE1-4E6879CEE54F}"/>
                </a:ext>
              </a:extLst>
            </p:cNvPr>
            <p:cNvGrpSpPr/>
            <p:nvPr/>
          </p:nvGrpSpPr>
          <p:grpSpPr>
            <a:xfrm>
              <a:off x="8997543" y="1739138"/>
              <a:ext cx="2244525" cy="4529800"/>
              <a:chOff x="8997543" y="1739138"/>
              <a:chExt cx="2244525" cy="4529800"/>
            </a:xfrm>
          </p:grpSpPr>
          <p:sp>
            <p:nvSpPr>
              <p:cNvPr id="49" name="Rectangle: Rounded Corners 48">
                <a:extLst>
                  <a:ext uri="{FF2B5EF4-FFF2-40B4-BE49-F238E27FC236}">
                    <a16:creationId xmlns:a16="http://schemas.microsoft.com/office/drawing/2014/main" id="{CB21DBCF-5CAF-47D8-903E-A7B81F2B1DDE}"/>
                  </a:ext>
                </a:extLst>
              </p:cNvPr>
              <p:cNvSpPr/>
              <p:nvPr/>
            </p:nvSpPr>
            <p:spPr>
              <a:xfrm>
                <a:off x="9062336" y="1739138"/>
                <a:ext cx="2114942" cy="4529800"/>
              </a:xfrm>
              <a:prstGeom prst="roundRect">
                <a:avLst/>
              </a:prstGeom>
              <a:blipFill dpi="0" rotWithShape="1">
                <a:blip r:embed="rId2">
                  <a:alphaModFix/>
                  <a:extLst>
                    <a:ext uri="{28A0092B-C50C-407E-A947-70E740481C1C}">
                      <a14:useLocalDpi xmlns:a14="http://schemas.microsoft.com/office/drawing/2010/main" val="0"/>
                    </a:ext>
                  </a:extLst>
                </a:blip>
                <a:srcRect/>
                <a:stretch>
                  <a:fillRect/>
                </a:stretch>
              </a:blipFill>
              <a:ln>
                <a:noFill/>
              </a:ln>
              <a:effectLst>
                <a:outerShdw blurRad="50800" dist="50800" dir="5400000" algn="ctr" rotWithShape="0">
                  <a:srgbClr val="000000">
                    <a:alpha val="5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dirty="0"/>
              </a:p>
            </p:txBody>
          </p:sp>
          <p:sp>
            <p:nvSpPr>
              <p:cNvPr id="50" name="Rectangle: Rounded Corners 49">
                <a:extLst>
                  <a:ext uri="{FF2B5EF4-FFF2-40B4-BE49-F238E27FC236}">
                    <a16:creationId xmlns:a16="http://schemas.microsoft.com/office/drawing/2014/main" id="{B65ECCB1-CB2F-4233-939B-A155E6054215}"/>
                  </a:ext>
                </a:extLst>
              </p:cNvPr>
              <p:cNvSpPr/>
              <p:nvPr/>
            </p:nvSpPr>
            <p:spPr>
              <a:xfrm>
                <a:off x="9748078" y="6076950"/>
                <a:ext cx="743457" cy="76198"/>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51" name="TextBox 50">
                <a:extLst>
                  <a:ext uri="{FF2B5EF4-FFF2-40B4-BE49-F238E27FC236}">
                    <a16:creationId xmlns:a16="http://schemas.microsoft.com/office/drawing/2014/main" id="{BA0BAB1C-A8EE-4682-9968-7F76DE428281}"/>
                  </a:ext>
                </a:extLst>
              </p:cNvPr>
              <p:cNvSpPr txBox="1"/>
              <p:nvPr/>
            </p:nvSpPr>
            <p:spPr>
              <a:xfrm>
                <a:off x="8997543" y="5015120"/>
                <a:ext cx="2244525" cy="1015663"/>
              </a:xfrm>
              <a:prstGeom prst="rect">
                <a:avLst/>
              </a:prstGeom>
              <a:noFill/>
            </p:spPr>
            <p:txBody>
              <a:bodyPr wrap="none" rtlCol="0">
                <a:spAutoFit/>
              </a:bodyPr>
              <a:lstStyle/>
              <a:p>
                <a:r>
                  <a:rPr lang="en-MY" sz="6000" dirty="0">
                    <a:solidFill>
                      <a:schemeClr val="bg1"/>
                    </a:solidFill>
                    <a:latin typeface="Abadi" panose="020B0604020104020204" pitchFamily="34" charset="0"/>
                  </a:rPr>
                  <a:t>bunga</a:t>
                </a:r>
                <a:endParaRPr lang="en-MY" dirty="0">
                  <a:solidFill>
                    <a:schemeClr val="bg1"/>
                  </a:solidFill>
                  <a:latin typeface="Abadi" panose="020B0604020104020204" pitchFamily="34" charset="0"/>
                </a:endParaRPr>
              </a:p>
            </p:txBody>
          </p:sp>
          <p:sp>
            <p:nvSpPr>
              <p:cNvPr id="52" name="TextBox 51">
                <a:extLst>
                  <a:ext uri="{FF2B5EF4-FFF2-40B4-BE49-F238E27FC236}">
                    <a16:creationId xmlns:a16="http://schemas.microsoft.com/office/drawing/2014/main" id="{5049A3CB-B811-4233-B346-6C28E620C274}"/>
                  </a:ext>
                </a:extLst>
              </p:cNvPr>
              <p:cNvSpPr txBox="1"/>
              <p:nvPr/>
            </p:nvSpPr>
            <p:spPr>
              <a:xfrm>
                <a:off x="9043600" y="4940970"/>
                <a:ext cx="833883" cy="369332"/>
              </a:xfrm>
              <a:prstGeom prst="rect">
                <a:avLst/>
              </a:prstGeom>
              <a:noFill/>
            </p:spPr>
            <p:txBody>
              <a:bodyPr wrap="none" rtlCol="0">
                <a:spAutoFit/>
              </a:bodyPr>
              <a:lstStyle/>
              <a:p>
                <a:r>
                  <a:rPr lang="en-MY" dirty="0">
                    <a:solidFill>
                      <a:schemeClr val="bg1"/>
                    </a:solidFill>
                    <a:latin typeface="Abadi" panose="020B0604020104020204" pitchFamily="34" charset="0"/>
                  </a:rPr>
                  <a:t>rapper</a:t>
                </a:r>
              </a:p>
            </p:txBody>
          </p:sp>
        </p:grpSp>
        <p:pic>
          <p:nvPicPr>
            <p:cNvPr id="48" name="Graphic 47" descr="Frangipani with solid fill">
              <a:extLst>
                <a:ext uri="{FF2B5EF4-FFF2-40B4-BE49-F238E27FC236}">
                  <a16:creationId xmlns:a16="http://schemas.microsoft.com/office/drawing/2014/main" id="{C0EC9991-285B-402D-9066-A20ADB5F25B1}"/>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9721288" y="2633152"/>
              <a:ext cx="914400" cy="914400"/>
            </a:xfrm>
            <a:prstGeom prst="rect">
              <a:avLst/>
            </a:prstGeom>
          </p:spPr>
        </p:pic>
      </p:grpSp>
      <p:grpSp>
        <p:nvGrpSpPr>
          <p:cNvPr id="53" name="Group 52">
            <a:extLst>
              <a:ext uri="{FF2B5EF4-FFF2-40B4-BE49-F238E27FC236}">
                <a16:creationId xmlns:a16="http://schemas.microsoft.com/office/drawing/2014/main" id="{6F7DF22C-4B96-4557-96B7-83A5458C979C}"/>
              </a:ext>
            </a:extLst>
          </p:cNvPr>
          <p:cNvGrpSpPr/>
          <p:nvPr/>
        </p:nvGrpSpPr>
        <p:grpSpPr>
          <a:xfrm>
            <a:off x="6397986" y="18579661"/>
            <a:ext cx="2114942" cy="4529800"/>
            <a:chOff x="6357238" y="1739138"/>
            <a:chExt cx="2114942" cy="4529800"/>
          </a:xfrm>
        </p:grpSpPr>
        <p:grpSp>
          <p:nvGrpSpPr>
            <p:cNvPr id="54" name="Group 53">
              <a:extLst>
                <a:ext uri="{FF2B5EF4-FFF2-40B4-BE49-F238E27FC236}">
                  <a16:creationId xmlns:a16="http://schemas.microsoft.com/office/drawing/2014/main" id="{27E240E8-B56A-4D3A-9E7C-B268F66B8339}"/>
                </a:ext>
              </a:extLst>
            </p:cNvPr>
            <p:cNvGrpSpPr/>
            <p:nvPr/>
          </p:nvGrpSpPr>
          <p:grpSpPr>
            <a:xfrm>
              <a:off x="6357238" y="1739138"/>
              <a:ext cx="2114942" cy="4529800"/>
              <a:chOff x="6357238" y="1739138"/>
              <a:chExt cx="2114942" cy="4529800"/>
            </a:xfrm>
          </p:grpSpPr>
          <p:sp>
            <p:nvSpPr>
              <p:cNvPr id="56" name="Rectangle: Rounded Corners 55">
                <a:extLst>
                  <a:ext uri="{FF2B5EF4-FFF2-40B4-BE49-F238E27FC236}">
                    <a16:creationId xmlns:a16="http://schemas.microsoft.com/office/drawing/2014/main" id="{26A07D3C-DA1C-4FFE-B45A-63A918D30DE6}"/>
                  </a:ext>
                </a:extLst>
              </p:cNvPr>
              <p:cNvSpPr/>
              <p:nvPr/>
            </p:nvSpPr>
            <p:spPr>
              <a:xfrm>
                <a:off x="6357238" y="1739138"/>
                <a:ext cx="2114942" cy="4529800"/>
              </a:xfrm>
              <a:prstGeom prst="roundRect">
                <a:avLst/>
              </a:prstGeom>
              <a:blipFill dpi="0" rotWithShape="1">
                <a:blip r:embed="rId2">
                  <a:alphaModFix/>
                  <a:extLst>
                    <a:ext uri="{28A0092B-C50C-407E-A947-70E740481C1C}">
                      <a14:useLocalDpi xmlns:a14="http://schemas.microsoft.com/office/drawing/2010/main" val="0"/>
                    </a:ext>
                  </a:extLst>
                </a:blip>
                <a:srcRect/>
                <a:stretch>
                  <a:fillRect/>
                </a:stretch>
              </a:blipFill>
              <a:ln>
                <a:noFill/>
              </a:ln>
              <a:effectLst>
                <a:outerShdw blurRad="50800" dist="50800" dir="5400000" algn="ctr" rotWithShape="0">
                  <a:srgbClr val="000000">
                    <a:alpha val="5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dirty="0"/>
              </a:p>
            </p:txBody>
          </p:sp>
          <p:sp>
            <p:nvSpPr>
              <p:cNvPr id="57" name="Rectangle: Rounded Corners 56">
                <a:extLst>
                  <a:ext uri="{FF2B5EF4-FFF2-40B4-BE49-F238E27FC236}">
                    <a16:creationId xmlns:a16="http://schemas.microsoft.com/office/drawing/2014/main" id="{B16E97C1-52CE-430F-A979-31CE35254C17}"/>
                  </a:ext>
                </a:extLst>
              </p:cNvPr>
              <p:cNvSpPr/>
              <p:nvPr/>
            </p:nvSpPr>
            <p:spPr>
              <a:xfrm>
                <a:off x="7042980" y="6038851"/>
                <a:ext cx="743457" cy="76198"/>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58" name="TextBox 57">
                <a:extLst>
                  <a:ext uri="{FF2B5EF4-FFF2-40B4-BE49-F238E27FC236}">
                    <a16:creationId xmlns:a16="http://schemas.microsoft.com/office/drawing/2014/main" id="{F1EA71F1-CEBF-491D-93C9-43E0D285054E}"/>
                  </a:ext>
                </a:extLst>
              </p:cNvPr>
              <p:cNvSpPr txBox="1"/>
              <p:nvPr/>
            </p:nvSpPr>
            <p:spPr>
              <a:xfrm>
                <a:off x="6575915" y="4950493"/>
                <a:ext cx="1596912" cy="1107996"/>
              </a:xfrm>
              <a:prstGeom prst="rect">
                <a:avLst/>
              </a:prstGeom>
              <a:noFill/>
            </p:spPr>
            <p:txBody>
              <a:bodyPr wrap="none" rtlCol="0">
                <a:spAutoFit/>
              </a:bodyPr>
              <a:lstStyle/>
              <a:p>
                <a:r>
                  <a:rPr lang="en-MY" sz="6600" dirty="0">
                    <a:solidFill>
                      <a:schemeClr val="bg1"/>
                    </a:solidFill>
                    <a:latin typeface="Abadi" panose="020B0604020104020204" pitchFamily="34" charset="0"/>
                  </a:rPr>
                  <a:t>tree</a:t>
                </a:r>
                <a:endParaRPr lang="en-MY" dirty="0">
                  <a:solidFill>
                    <a:schemeClr val="bg1"/>
                  </a:solidFill>
                  <a:latin typeface="Abadi" panose="020B0604020104020204" pitchFamily="34" charset="0"/>
                </a:endParaRPr>
              </a:p>
            </p:txBody>
          </p:sp>
          <p:sp>
            <p:nvSpPr>
              <p:cNvPr id="59" name="TextBox 58">
                <a:extLst>
                  <a:ext uri="{FF2B5EF4-FFF2-40B4-BE49-F238E27FC236}">
                    <a16:creationId xmlns:a16="http://schemas.microsoft.com/office/drawing/2014/main" id="{57CD19F2-235F-40BE-9BD4-42610F91A628}"/>
                  </a:ext>
                </a:extLst>
              </p:cNvPr>
              <p:cNvSpPr txBox="1"/>
              <p:nvPr/>
            </p:nvSpPr>
            <p:spPr>
              <a:xfrm>
                <a:off x="6616252" y="4950493"/>
                <a:ext cx="647934" cy="369332"/>
              </a:xfrm>
              <a:prstGeom prst="rect">
                <a:avLst/>
              </a:prstGeom>
              <a:noFill/>
            </p:spPr>
            <p:txBody>
              <a:bodyPr wrap="none" rtlCol="0">
                <a:spAutoFit/>
              </a:bodyPr>
              <a:lstStyle/>
              <a:p>
                <a:r>
                  <a:rPr lang="en-MY" dirty="0">
                    <a:solidFill>
                      <a:schemeClr val="bg1"/>
                    </a:solidFill>
                    <a:latin typeface="Abadi" panose="020B0604020104020204" pitchFamily="34" charset="0"/>
                  </a:rPr>
                  <a:t>lama</a:t>
                </a:r>
              </a:p>
            </p:txBody>
          </p:sp>
        </p:grpSp>
        <p:pic>
          <p:nvPicPr>
            <p:cNvPr id="55" name="Graphic 54" descr="Tree With Roots with solid fill">
              <a:extLst>
                <a:ext uri="{FF2B5EF4-FFF2-40B4-BE49-F238E27FC236}">
                  <a16:creationId xmlns:a16="http://schemas.microsoft.com/office/drawing/2014/main" id="{9FD57E6A-71A2-4405-BABD-B08A6FF12E0E}"/>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6940219" y="2615019"/>
              <a:ext cx="914400" cy="914400"/>
            </a:xfrm>
            <a:prstGeom prst="rect">
              <a:avLst/>
            </a:prstGeom>
          </p:spPr>
        </p:pic>
      </p:grpSp>
      <p:grpSp>
        <p:nvGrpSpPr>
          <p:cNvPr id="60" name="Group 59">
            <a:extLst>
              <a:ext uri="{FF2B5EF4-FFF2-40B4-BE49-F238E27FC236}">
                <a16:creationId xmlns:a16="http://schemas.microsoft.com/office/drawing/2014/main" id="{B63FDBD3-D8A9-4384-901F-1BCB8EA351F0}"/>
              </a:ext>
            </a:extLst>
          </p:cNvPr>
          <p:cNvGrpSpPr/>
          <p:nvPr/>
        </p:nvGrpSpPr>
        <p:grpSpPr>
          <a:xfrm>
            <a:off x="3760570" y="13636508"/>
            <a:ext cx="2114942" cy="4529800"/>
            <a:chOff x="3719822" y="1739138"/>
            <a:chExt cx="2114942" cy="4529800"/>
          </a:xfrm>
        </p:grpSpPr>
        <p:grpSp>
          <p:nvGrpSpPr>
            <p:cNvPr id="61" name="Group 60">
              <a:extLst>
                <a:ext uri="{FF2B5EF4-FFF2-40B4-BE49-F238E27FC236}">
                  <a16:creationId xmlns:a16="http://schemas.microsoft.com/office/drawing/2014/main" id="{BB6C0A1B-7A24-411A-B971-D28B409E3F10}"/>
                </a:ext>
              </a:extLst>
            </p:cNvPr>
            <p:cNvGrpSpPr/>
            <p:nvPr/>
          </p:nvGrpSpPr>
          <p:grpSpPr>
            <a:xfrm>
              <a:off x="3719822" y="1739138"/>
              <a:ext cx="2114942" cy="4529800"/>
              <a:chOff x="3719822" y="1739138"/>
              <a:chExt cx="2114942" cy="4529800"/>
            </a:xfrm>
          </p:grpSpPr>
          <p:sp>
            <p:nvSpPr>
              <p:cNvPr id="63" name="Rectangle: Rounded Corners 62">
                <a:extLst>
                  <a:ext uri="{FF2B5EF4-FFF2-40B4-BE49-F238E27FC236}">
                    <a16:creationId xmlns:a16="http://schemas.microsoft.com/office/drawing/2014/main" id="{D562CC65-2148-4AE2-97B7-941D07B401A1}"/>
                  </a:ext>
                </a:extLst>
              </p:cNvPr>
              <p:cNvSpPr/>
              <p:nvPr/>
            </p:nvSpPr>
            <p:spPr>
              <a:xfrm>
                <a:off x="3719822" y="1739138"/>
                <a:ext cx="2114942" cy="4529800"/>
              </a:xfrm>
              <a:prstGeom prst="roundRect">
                <a:avLst/>
              </a:prstGeom>
              <a:blipFill dpi="0" rotWithShape="1">
                <a:blip r:embed="rId2">
                  <a:alphaModFix/>
                  <a:extLst>
                    <a:ext uri="{28A0092B-C50C-407E-A947-70E740481C1C}">
                      <a14:useLocalDpi xmlns:a14="http://schemas.microsoft.com/office/drawing/2010/main" val="0"/>
                    </a:ext>
                  </a:extLst>
                </a:blip>
                <a:srcRect/>
                <a:stretch>
                  <a:fillRect/>
                </a:stretch>
              </a:blipFill>
              <a:ln>
                <a:noFill/>
              </a:ln>
              <a:effectLst>
                <a:outerShdw blurRad="50800" dist="50800" dir="5400000" algn="ctr" rotWithShape="0">
                  <a:srgbClr val="000000">
                    <a:alpha val="5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dirty="0"/>
              </a:p>
            </p:txBody>
          </p:sp>
          <p:sp>
            <p:nvSpPr>
              <p:cNvPr id="64" name="Rectangle: Rounded Corners 63">
                <a:extLst>
                  <a:ext uri="{FF2B5EF4-FFF2-40B4-BE49-F238E27FC236}">
                    <a16:creationId xmlns:a16="http://schemas.microsoft.com/office/drawing/2014/main" id="{30B252E0-3C91-4B42-BA66-9B8A5E6AFC0F}"/>
                  </a:ext>
                </a:extLst>
              </p:cNvPr>
              <p:cNvSpPr/>
              <p:nvPr/>
            </p:nvSpPr>
            <p:spPr>
              <a:xfrm>
                <a:off x="4405564" y="6076950"/>
                <a:ext cx="743457" cy="76198"/>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65" name="TextBox 64">
                <a:extLst>
                  <a:ext uri="{FF2B5EF4-FFF2-40B4-BE49-F238E27FC236}">
                    <a16:creationId xmlns:a16="http://schemas.microsoft.com/office/drawing/2014/main" id="{5937493F-DFFF-46D0-8D99-23EA652F4BC9}"/>
                  </a:ext>
                </a:extLst>
              </p:cNvPr>
              <p:cNvSpPr txBox="1"/>
              <p:nvPr/>
            </p:nvSpPr>
            <p:spPr>
              <a:xfrm>
                <a:off x="3883954" y="4940970"/>
                <a:ext cx="1877437" cy="1107996"/>
              </a:xfrm>
              <a:prstGeom prst="rect">
                <a:avLst/>
              </a:prstGeom>
              <a:noFill/>
            </p:spPr>
            <p:txBody>
              <a:bodyPr wrap="none" rtlCol="0">
                <a:spAutoFit/>
              </a:bodyPr>
              <a:lstStyle/>
              <a:p>
                <a:r>
                  <a:rPr lang="en-MY" sz="6600" dirty="0">
                    <a:solidFill>
                      <a:schemeClr val="bg1"/>
                    </a:solidFill>
                    <a:latin typeface="Abadi" panose="020B0604020104020204" pitchFamily="34" charset="0"/>
                  </a:rPr>
                  <a:t>seed</a:t>
                </a:r>
                <a:endParaRPr lang="en-MY" dirty="0">
                  <a:solidFill>
                    <a:schemeClr val="bg1"/>
                  </a:solidFill>
                  <a:latin typeface="Abadi" panose="020B0604020104020204" pitchFamily="34" charset="0"/>
                </a:endParaRPr>
              </a:p>
            </p:txBody>
          </p:sp>
          <p:sp>
            <p:nvSpPr>
              <p:cNvPr id="66" name="TextBox 65">
                <a:extLst>
                  <a:ext uri="{FF2B5EF4-FFF2-40B4-BE49-F238E27FC236}">
                    <a16:creationId xmlns:a16="http://schemas.microsoft.com/office/drawing/2014/main" id="{9E0A116A-1CA5-430C-91EC-92141CD74910}"/>
                  </a:ext>
                </a:extLst>
              </p:cNvPr>
              <p:cNvSpPr txBox="1"/>
              <p:nvPr/>
            </p:nvSpPr>
            <p:spPr>
              <a:xfrm>
                <a:off x="3883954" y="4990055"/>
                <a:ext cx="631904" cy="369332"/>
              </a:xfrm>
              <a:prstGeom prst="rect">
                <a:avLst/>
              </a:prstGeom>
              <a:noFill/>
            </p:spPr>
            <p:txBody>
              <a:bodyPr wrap="none" rtlCol="0">
                <a:spAutoFit/>
              </a:bodyPr>
              <a:lstStyle/>
              <a:p>
                <a:r>
                  <a:rPr lang="en-MY" dirty="0">
                    <a:solidFill>
                      <a:schemeClr val="bg1"/>
                    </a:solidFill>
                    <a:latin typeface="Abadi" panose="020B0604020104020204" pitchFamily="34" charset="0"/>
                  </a:rPr>
                  <a:t>soya</a:t>
                </a:r>
              </a:p>
            </p:txBody>
          </p:sp>
        </p:grpSp>
        <p:pic>
          <p:nvPicPr>
            <p:cNvPr id="62" name="Graphic 61" descr="Acorn with solid fill">
              <a:hlinkClick r:id="rId4" action="ppaction://hlinksldjump"/>
              <a:extLst>
                <a:ext uri="{FF2B5EF4-FFF2-40B4-BE49-F238E27FC236}">
                  <a16:creationId xmlns:a16="http://schemas.microsoft.com/office/drawing/2014/main" id="{C371F5BB-E964-4E68-BA5A-049F95962F85}"/>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4365472" y="2656589"/>
              <a:ext cx="914400" cy="914400"/>
            </a:xfrm>
            <a:prstGeom prst="rect">
              <a:avLst/>
            </a:prstGeom>
          </p:spPr>
        </p:pic>
      </p:grpSp>
    </p:spTree>
    <p:extLst>
      <p:ext uri="{BB962C8B-B14F-4D97-AF65-F5344CB8AC3E}">
        <p14:creationId xmlns:p14="http://schemas.microsoft.com/office/powerpoint/2010/main" val="173744093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advTm="1000">
        <p159:morph option="byObject"/>
      </p:transition>
    </mc:Choice>
    <mc:Fallback>
      <p:transition spd="slow" advTm="1000">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82A3A"/>
        </a:solidFill>
        <a:effectLst/>
      </p:bgPr>
    </p:bg>
    <p:spTree>
      <p:nvGrpSpPr>
        <p:cNvPr id="1" name=""/>
        <p:cNvGrpSpPr/>
        <p:nvPr/>
      </p:nvGrpSpPr>
      <p:grpSpPr>
        <a:xfrm>
          <a:off x="0" y="0"/>
          <a:ext cx="0" cy="0"/>
          <a:chOff x="0" y="0"/>
          <a:chExt cx="0" cy="0"/>
        </a:xfrm>
      </p:grpSpPr>
      <p:grpSp>
        <p:nvGrpSpPr>
          <p:cNvPr id="49" name="Group 48">
            <a:extLst>
              <a:ext uri="{FF2B5EF4-FFF2-40B4-BE49-F238E27FC236}">
                <a16:creationId xmlns:a16="http://schemas.microsoft.com/office/drawing/2014/main" id="{05203A36-324C-4D03-9E2E-F52359A6C046}"/>
              </a:ext>
            </a:extLst>
          </p:cNvPr>
          <p:cNvGrpSpPr/>
          <p:nvPr/>
        </p:nvGrpSpPr>
        <p:grpSpPr>
          <a:xfrm>
            <a:off x="0" y="-11037058"/>
            <a:ext cx="12192000" cy="6858000"/>
            <a:chOff x="0" y="0"/>
            <a:chExt cx="12192000" cy="6858000"/>
          </a:xfrm>
        </p:grpSpPr>
        <p:sp>
          <p:nvSpPr>
            <p:cNvPr id="50" name="Rectangle 49">
              <a:extLst>
                <a:ext uri="{FF2B5EF4-FFF2-40B4-BE49-F238E27FC236}">
                  <a16:creationId xmlns:a16="http://schemas.microsoft.com/office/drawing/2014/main" id="{611E560C-A5E9-4028-900E-61BD66DE925E}"/>
                </a:ext>
              </a:extLst>
            </p:cNvPr>
            <p:cNvSpPr/>
            <p:nvPr/>
          </p:nvSpPr>
          <p:spPr>
            <a:xfrm>
              <a:off x="0" y="0"/>
              <a:ext cx="12192000" cy="6858000"/>
            </a:xfrm>
            <a:prstGeom prst="rect">
              <a:avLst/>
            </a:prstGeom>
            <a:solidFill>
              <a:srgbClr val="A6D5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dirty="0"/>
            </a:p>
          </p:txBody>
        </p:sp>
        <p:sp>
          <p:nvSpPr>
            <p:cNvPr id="51" name="Oval 50">
              <a:extLst>
                <a:ext uri="{FF2B5EF4-FFF2-40B4-BE49-F238E27FC236}">
                  <a16:creationId xmlns:a16="http://schemas.microsoft.com/office/drawing/2014/main" id="{143C7D2F-DF83-44E7-8709-18144F85711A}"/>
                </a:ext>
              </a:extLst>
            </p:cNvPr>
            <p:cNvSpPr/>
            <p:nvPr/>
          </p:nvSpPr>
          <p:spPr>
            <a:xfrm>
              <a:off x="2399551" y="1120776"/>
              <a:ext cx="3152775" cy="302595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grpSp>
      <p:pic>
        <p:nvPicPr>
          <p:cNvPr id="5" name="Picture 2">
            <a:extLst>
              <a:ext uri="{FF2B5EF4-FFF2-40B4-BE49-F238E27FC236}">
                <a16:creationId xmlns:a16="http://schemas.microsoft.com/office/drawing/2014/main" id="{35E9DA00-F5A7-4B38-BE84-76903888386B}"/>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backgroundRemoval t="10000" b="99630" l="547" r="99792">
                        <a14:foregroundMark x1="4922" y1="93194" x2="99792" y2="93194"/>
                        <a14:foregroundMark x1="99792" y1="93194" x2="99792" y2="93194"/>
                        <a14:foregroundMark x1="55339" y1="83194" x2="91667" y2="81991"/>
                        <a14:foregroundMark x1="91667" y1="81991" x2="93620" y2="81991"/>
                        <a14:foregroundMark x1="95833" y1="72824" x2="90417" y2="86806"/>
                        <a14:foregroundMark x1="4297" y1="85694" x2="9922" y2="94213"/>
                        <a14:foregroundMark x1="4922" y1="97407" x2="93828" y2="99630"/>
                        <a14:foregroundMark x1="1250" y1="92593" x2="547" y2="88009"/>
                      </a14:backgroundRemoval>
                    </a14:imgEffect>
                    <a14:imgEffect>
                      <a14:artisticCutout/>
                    </a14:imgEffect>
                  </a14:imgLayer>
                </a14:imgProps>
              </a:ext>
              <a:ext uri="{28A0092B-C50C-407E-A947-70E740481C1C}">
                <a14:useLocalDpi xmlns:a14="http://schemas.microsoft.com/office/drawing/2010/main" val="0"/>
              </a:ext>
            </a:extLst>
          </a:blip>
          <a:srcRect/>
          <a:stretch>
            <a:fillRect/>
          </a:stretch>
        </p:blipFill>
        <p:spPr bwMode="auto">
          <a:xfrm>
            <a:off x="0" y="-3218482"/>
            <a:ext cx="12192000" cy="6858000"/>
          </a:xfrm>
          <a:prstGeom prst="rect">
            <a:avLst/>
          </a:prstGeom>
          <a:noFill/>
          <a:extLst>
            <a:ext uri="{909E8E84-426E-40DD-AFC4-6F175D3DCCD1}">
              <a14:hiddenFill xmlns:a14="http://schemas.microsoft.com/office/drawing/2010/main">
                <a:solidFill>
                  <a:srgbClr val="FFFFFF"/>
                </a:solidFill>
              </a14:hiddenFill>
            </a:ext>
          </a:extLst>
        </p:spPr>
      </p:pic>
      <p:pic>
        <p:nvPicPr>
          <p:cNvPr id="29" name="Picture 28">
            <a:extLst>
              <a:ext uri="{FF2B5EF4-FFF2-40B4-BE49-F238E27FC236}">
                <a16:creationId xmlns:a16="http://schemas.microsoft.com/office/drawing/2014/main" id="{A90AD02E-1ABC-402E-8CD9-5EB167BC4724}"/>
              </a:ext>
            </a:extLst>
          </p:cNvPr>
          <p:cNvPicPr>
            <a:picLocks noChangeAspect="1"/>
          </p:cNvPicPr>
          <p:nvPr/>
        </p:nvPicPr>
        <p:blipFill rotWithShape="1">
          <a:blip r:embed="rId2"/>
          <a:srcRect l="6360" r="8947" b="84675"/>
          <a:stretch/>
        </p:blipFill>
        <p:spPr>
          <a:xfrm>
            <a:off x="0" y="5231243"/>
            <a:ext cx="12192000" cy="1595712"/>
          </a:xfrm>
          <a:prstGeom prst="rect">
            <a:avLst/>
          </a:prstGeom>
        </p:spPr>
      </p:pic>
      <p:grpSp>
        <p:nvGrpSpPr>
          <p:cNvPr id="75" name="Group 74">
            <a:extLst>
              <a:ext uri="{FF2B5EF4-FFF2-40B4-BE49-F238E27FC236}">
                <a16:creationId xmlns:a16="http://schemas.microsoft.com/office/drawing/2014/main" id="{A19668E5-BB31-4F7A-8F9A-AFCE2B68CB80}"/>
              </a:ext>
            </a:extLst>
          </p:cNvPr>
          <p:cNvGrpSpPr/>
          <p:nvPr/>
        </p:nvGrpSpPr>
        <p:grpSpPr>
          <a:xfrm>
            <a:off x="-135" y="-6158278"/>
            <a:ext cx="12192000" cy="6121400"/>
            <a:chOff x="0" y="488949"/>
            <a:chExt cx="12192000" cy="6121400"/>
          </a:xfrm>
        </p:grpSpPr>
        <p:grpSp>
          <p:nvGrpSpPr>
            <p:cNvPr id="76" name="Group 75">
              <a:extLst>
                <a:ext uri="{FF2B5EF4-FFF2-40B4-BE49-F238E27FC236}">
                  <a16:creationId xmlns:a16="http://schemas.microsoft.com/office/drawing/2014/main" id="{34896C5F-F9D6-422A-A68E-6B09FF929FE1}"/>
                </a:ext>
              </a:extLst>
            </p:cNvPr>
            <p:cNvGrpSpPr/>
            <p:nvPr/>
          </p:nvGrpSpPr>
          <p:grpSpPr>
            <a:xfrm>
              <a:off x="0" y="488949"/>
              <a:ext cx="12192000" cy="6121400"/>
              <a:chOff x="0" y="736599"/>
              <a:chExt cx="12192000" cy="6121400"/>
            </a:xfrm>
          </p:grpSpPr>
          <p:grpSp>
            <p:nvGrpSpPr>
              <p:cNvPr id="78" name="Group 77">
                <a:extLst>
                  <a:ext uri="{FF2B5EF4-FFF2-40B4-BE49-F238E27FC236}">
                    <a16:creationId xmlns:a16="http://schemas.microsoft.com/office/drawing/2014/main" id="{294570ED-26C5-4BE7-BF5B-BA17D7668364}"/>
                  </a:ext>
                </a:extLst>
              </p:cNvPr>
              <p:cNvGrpSpPr/>
              <p:nvPr/>
            </p:nvGrpSpPr>
            <p:grpSpPr>
              <a:xfrm>
                <a:off x="0" y="736599"/>
                <a:ext cx="12192000" cy="6121400"/>
                <a:chOff x="0" y="736599"/>
                <a:chExt cx="12192000" cy="6121400"/>
              </a:xfrm>
            </p:grpSpPr>
            <p:pic>
              <p:nvPicPr>
                <p:cNvPr id="81" name="Picture 2">
                  <a:extLst>
                    <a:ext uri="{FF2B5EF4-FFF2-40B4-BE49-F238E27FC236}">
                      <a16:creationId xmlns:a16="http://schemas.microsoft.com/office/drawing/2014/main" id="{C5354A5E-F2C1-4F49-9425-C5AC86E8E539}"/>
                    </a:ext>
                  </a:extLst>
                </p:cNvPr>
                <p:cNvPicPr>
                  <a:picLocks noChangeAspect="1" noChangeArrowheads="1"/>
                </p:cNvPicPr>
                <p:nvPr/>
              </p:nvPicPr>
              <p:blipFill rotWithShape="1">
                <a:blip r:embed="rId2">
                  <a:duotone>
                    <a:prstClr val="black"/>
                    <a:schemeClr val="accent1">
                      <a:tint val="45000"/>
                      <a:satMod val="400000"/>
                    </a:schemeClr>
                  </a:duotone>
                  <a:extLst>
                    <a:ext uri="{BEBA8EAE-BF5A-486C-A8C5-ECC9F3942E4B}">
                      <a14:imgProps xmlns:a14="http://schemas.microsoft.com/office/drawing/2010/main">
                        <a14:imgLayer r:embed="rId3">
                          <a14:imgEffect>
                            <a14:backgroundRemoval t="10000" b="99630" l="547" r="99792">
                              <a14:foregroundMark x1="4922" y1="93194" x2="99792" y2="93194"/>
                              <a14:foregroundMark x1="99792" y1="93194" x2="99792" y2="93194"/>
                              <a14:foregroundMark x1="55339" y1="83194" x2="91667" y2="81991"/>
                              <a14:foregroundMark x1="91667" y1="81991" x2="93620" y2="81991"/>
                              <a14:foregroundMark x1="95833" y1="72824" x2="90417" y2="86806"/>
                              <a14:foregroundMark x1="4297" y1="85694" x2="9922" y2="94213"/>
                              <a14:foregroundMark x1="4922" y1="97407" x2="93828" y2="99630"/>
                              <a14:foregroundMark x1="1250" y1="92593" x2="547" y2="88009"/>
                              <a14:foregroundMark x1="67708" y1="70602" x2="67708" y2="70602"/>
                              <a14:foregroundMark x1="67786" y1="67176" x2="67786" y2="69630"/>
                              <a14:foregroundMark x1="77370" y1="69630" x2="76953" y2="58981"/>
                              <a14:foregroundMark x1="76953" y1="58981" x2="79297" y2="68148"/>
                              <a14:foregroundMark x1="2578" y1="72824" x2="3464" y2="64815"/>
                              <a14:foregroundMark x1="3464" y1="64815" x2="5286" y2="72824"/>
                              <a14:foregroundMark x1="5286" y1="72824" x2="3854" y2="64306"/>
                              <a14:foregroundMark x1="3854" y1="64306" x2="3411" y2="63843"/>
                              <a14:foregroundMark x1="10000" y1="64583" x2="9922" y2="63333"/>
                              <a14:foregroundMark x1="4036" y1="62963" x2="3750" y2="61111"/>
                              <a14:foregroundMark x1="3333" y1="63102" x2="3828" y2="61620"/>
                              <a14:foregroundMark x1="3464" y1="61481" x2="3828" y2="63935"/>
                              <a14:foregroundMark x1="3750" y1="61250" x2="5495" y2="64306"/>
                              <a14:backgroundMark x1="16042" y1="47176" x2="31146" y2="49954"/>
                              <a14:backgroundMark x1="31146" y1="49954" x2="33411" y2="48750"/>
                              <a14:backgroundMark x1="23047" y1="53333" x2="28333" y2="47176"/>
                              <a14:backgroundMark x1="30000" y1="37407" x2="27057" y2="53102"/>
                              <a14:backgroundMark x1="27057" y1="53102" x2="26458" y2="53704"/>
                              <a14:backgroundMark x1="27214" y1="49630" x2="16224" y2="56019"/>
                              <a14:backgroundMark x1="16224" y1="56019" x2="11979" y2="60602"/>
                              <a14:backgroundMark x1="11979" y1="60602" x2="7786" y2="58009"/>
                              <a14:backgroundMark x1="7786" y1="58009" x2="16068" y2="43519"/>
                              <a14:backgroundMark x1="16068" y1="43519" x2="15286" y2="54722"/>
                              <a14:backgroundMark x1="15286" y1="54722" x2="17865" y2="60093"/>
                              <a14:backgroundMark x1="17865" y1="60093" x2="12344" y2="65093"/>
                              <a14:backgroundMark x1="3297" y1="61553" x2="1693" y2="60926"/>
                              <a14:backgroundMark x1="9918" y1="64144" x2="3800" y2="61750"/>
                              <a14:backgroundMark x1="12344" y1="65093" x2="10069" y2="64203"/>
                              <a14:backgroundMark x1="4470" y1="61414" x2="10911" y2="62546"/>
                              <a14:backgroundMark x1="1693" y1="60926" x2="3896" y2="61313"/>
                              <a14:backgroundMark x1="10911" y1="62546" x2="25391" y2="72407"/>
                              <a14:backgroundMark x1="25391" y1="72407" x2="30156" y2="66667"/>
                              <a14:backgroundMark x1="30156" y1="66667" x2="43229" y2="59861"/>
                              <a14:backgroundMark x1="43229" y1="59861" x2="49089" y2="53380"/>
                              <a14:backgroundMark x1="49089" y1="53380" x2="54115" y2="53426"/>
                              <a14:backgroundMark x1="54115" y1="53426" x2="56224" y2="60602"/>
                              <a14:backgroundMark x1="56224" y1="60602" x2="63802" y2="53333"/>
                              <a14:backgroundMark x1="63802" y1="53333" x2="69193" y2="58704"/>
                              <a14:backgroundMark x1="69193" y1="58704" x2="78385" y2="51806"/>
                              <a14:backgroundMark x1="78385" y1="51806" x2="82214" y2="55509"/>
                              <a14:backgroundMark x1="82214" y1="55509" x2="86250" y2="55417"/>
                              <a14:backgroundMark x1="86250" y1="55417" x2="88307" y2="47917"/>
                              <a14:backgroundMark x1="88307" y1="47917" x2="92786" y2="43981"/>
                              <a14:backgroundMark x1="92786" y1="43981" x2="96198" y2="48380"/>
                              <a14:backgroundMark x1="96198" y1="48380" x2="98802" y2="33426"/>
                              <a14:backgroundMark x1="98802" y1="33426" x2="95260" y2="26852"/>
                              <a14:backgroundMark x1="95260" y1="26852" x2="81927" y2="48565"/>
                              <a14:backgroundMark x1="81927" y1="48565" x2="72057" y2="55231"/>
                              <a14:backgroundMark x1="72057" y1="55231" x2="43385" y2="50648"/>
                              <a14:backgroundMark x1="43385" y1="50648" x2="25182" y2="59907"/>
                              <a14:backgroundMark x1="25182" y1="59907" x2="18021" y2="50231"/>
                              <a14:backgroundMark x1="18021" y1="50231" x2="9870" y2="52593"/>
                              <a14:backgroundMark x1="9870" y1="52593" x2="5885" y2="61204"/>
                              <a14:backgroundMark x1="3144" y1="62416" x2="859" y2="63426"/>
                              <a14:backgroundMark x1="5885" y1="61204" x2="4660" y2="61746"/>
                              <a14:backgroundMark x1="859" y1="63426" x2="625" y2="72083"/>
                              <a14:backgroundMark x1="625" y1="72083" x2="625" y2="72083"/>
                              <a14:backgroundMark x1="17995" y1="52454" x2="32891" y2="44769"/>
                              <a14:backgroundMark x1="32891" y1="44769" x2="9740" y2="54213"/>
                              <a14:backgroundMark x1="9740" y1="54213" x2="27214" y2="44398"/>
                              <a14:backgroundMark x1="27214" y1="44398" x2="22161" y2="49954"/>
                              <a14:backgroundMark x1="22161" y1="49954" x2="28672" y2="50185"/>
                              <a14:backgroundMark x1="28672" y1="50185" x2="23646" y2="48148"/>
                              <a14:backgroundMark x1="23646" y1="48148" x2="19505" y2="51481"/>
                              <a14:backgroundMark x1="19505" y1="51481" x2="24792" y2="49630"/>
                              <a14:backgroundMark x1="29792" y1="46898" x2="17708" y2="50741"/>
                              <a14:backgroundMark x1="30286" y1="46898" x2="30911" y2="47176"/>
                              <a14:backgroundMark x1="32995" y1="47639" x2="33255" y2="50741"/>
                              <a14:backgroundMark x1="32161" y1="46667" x2="32708" y2="49491"/>
                              <a14:backgroundMark x1="31380" y1="47037" x2="31589" y2="49861"/>
                              <a14:backgroundMark x1="31536" y1="47037" x2="30625" y2="50000"/>
                              <a14:backgroundMark x1="30911" y1="46435" x2="30625" y2="49769"/>
                              <a14:backgroundMark x1="30625" y1="46528" x2="30755" y2="48889"/>
                              <a14:backgroundMark x1="30495" y1="47639" x2="33464" y2="49861"/>
                              <a14:backgroundMark x1="32422" y1="47176" x2="33542" y2="49028"/>
                              <a14:backgroundMark x1="32370" y1="48380" x2="33750" y2="48657"/>
                              <a14:backgroundMark x1="32578" y1="47176" x2="33880" y2="47407"/>
                              <a14:backgroundMark x1="32630" y1="47407" x2="33620" y2="47639"/>
                              <a14:backgroundMark x1="25078" y1="74676" x2="25078" y2="74676"/>
                              <a14:backgroundMark x1="25755" y1="81620" x2="27500" y2="70694"/>
                              <a14:backgroundMark x1="27500" y1="70694" x2="38177" y2="68657"/>
                              <a14:backgroundMark x1="38177" y1="68657" x2="41328" y2="64120"/>
                              <a14:backgroundMark x1="41328" y1="64120" x2="45599" y2="68611"/>
                              <a14:backgroundMark x1="45599" y1="68611" x2="48411" y2="61111"/>
                              <a14:backgroundMark x1="48411" y1="61111" x2="53438" y2="57778"/>
                              <a14:backgroundMark x1="53438" y1="57778" x2="56510" y2="62361"/>
                              <a14:backgroundMark x1="56510" y1="62361" x2="58880" y2="68472"/>
                              <a14:backgroundMark x1="58880" y1="68472" x2="58958" y2="69769"/>
                              <a14:backgroundMark x1="65495" y1="69630" x2="68828" y2="60000"/>
                              <a14:backgroundMark x1="68828" y1="60000" x2="71771" y2="70648"/>
                              <a14:backgroundMark x1="71771" y1="70648" x2="73203" y2="60185"/>
                              <a14:backgroundMark x1="73203" y1="60185" x2="72708" y2="58148"/>
                              <a14:backgroundMark x1="80625" y1="64444" x2="82005" y2="59028"/>
                              <a14:backgroundMark x1="94297" y1="56667" x2="95547" y2="49259"/>
                              <a14:backgroundMark x1="18203" y1="78519" x2="16302" y2="71157"/>
                              <a14:backgroundMark x1="16302" y1="71157" x2="13255" y2="70139"/>
                            </a14:backgroundRemoval>
                          </a14:imgEffect>
                        </a14:imgLayer>
                      </a14:imgProps>
                    </a:ext>
                    <a:ext uri="{28A0092B-C50C-407E-A947-70E740481C1C}">
                      <a14:useLocalDpi xmlns:a14="http://schemas.microsoft.com/office/drawing/2010/main" val="0"/>
                    </a:ext>
                  </a:extLst>
                </a:blip>
                <a:srcRect t="42328"/>
                <a:stretch/>
              </p:blipFill>
              <p:spPr bwMode="auto">
                <a:xfrm>
                  <a:off x="0" y="2902856"/>
                  <a:ext cx="12192000" cy="3955143"/>
                </a:xfrm>
                <a:prstGeom prst="rect">
                  <a:avLst/>
                </a:prstGeom>
                <a:noFill/>
                <a:extLst>
                  <a:ext uri="{909E8E84-426E-40DD-AFC4-6F175D3DCCD1}">
                    <a14:hiddenFill xmlns:a14="http://schemas.microsoft.com/office/drawing/2010/main">
                      <a:solidFill>
                        <a:srgbClr val="FFFFFF"/>
                      </a:solidFill>
                    </a14:hiddenFill>
                  </a:ext>
                </a:extLst>
              </p:spPr>
            </p:pic>
            <p:sp>
              <p:nvSpPr>
                <p:cNvPr id="82" name="Rectangle: Rounded Corners 81">
                  <a:extLst>
                    <a:ext uri="{FF2B5EF4-FFF2-40B4-BE49-F238E27FC236}">
                      <a16:creationId xmlns:a16="http://schemas.microsoft.com/office/drawing/2014/main" id="{7D073956-A4D2-4E3A-B80C-F8C07ECC4A1B}"/>
                    </a:ext>
                  </a:extLst>
                </p:cNvPr>
                <p:cNvSpPr/>
                <p:nvPr/>
              </p:nvSpPr>
              <p:spPr>
                <a:xfrm>
                  <a:off x="11239500" y="758826"/>
                  <a:ext cx="676275" cy="361950"/>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dirty="0"/>
                </a:p>
              </p:txBody>
            </p:sp>
            <p:sp>
              <p:nvSpPr>
                <p:cNvPr id="83" name="Rectangle: Rounded Corners 82">
                  <a:extLst>
                    <a:ext uri="{FF2B5EF4-FFF2-40B4-BE49-F238E27FC236}">
                      <a16:creationId xmlns:a16="http://schemas.microsoft.com/office/drawing/2014/main" id="{1124585B-C0E2-4A9D-A0BF-073444FF2989}"/>
                    </a:ext>
                  </a:extLst>
                </p:cNvPr>
                <p:cNvSpPr/>
                <p:nvPr/>
              </p:nvSpPr>
              <p:spPr>
                <a:xfrm>
                  <a:off x="368300" y="736599"/>
                  <a:ext cx="352425" cy="69853"/>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84" name="Rectangle: Rounded Corners 83">
                  <a:extLst>
                    <a:ext uri="{FF2B5EF4-FFF2-40B4-BE49-F238E27FC236}">
                      <a16:creationId xmlns:a16="http://schemas.microsoft.com/office/drawing/2014/main" id="{44825EF5-61DF-4D3A-AD44-026DFCF8FEE7}"/>
                    </a:ext>
                  </a:extLst>
                </p:cNvPr>
                <p:cNvSpPr/>
                <p:nvPr/>
              </p:nvSpPr>
              <p:spPr>
                <a:xfrm>
                  <a:off x="368300" y="869948"/>
                  <a:ext cx="352425" cy="69853"/>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85" name="Rectangle: Rounded Corners 84">
                  <a:extLst>
                    <a:ext uri="{FF2B5EF4-FFF2-40B4-BE49-F238E27FC236}">
                      <a16:creationId xmlns:a16="http://schemas.microsoft.com/office/drawing/2014/main" id="{DC1C1BDB-C9F8-4F35-9B4B-1EF9219D8C31}"/>
                    </a:ext>
                  </a:extLst>
                </p:cNvPr>
                <p:cNvSpPr/>
                <p:nvPr/>
              </p:nvSpPr>
              <p:spPr>
                <a:xfrm>
                  <a:off x="368300" y="1003297"/>
                  <a:ext cx="352425" cy="69853"/>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dirty="0"/>
                </a:p>
              </p:txBody>
            </p:sp>
            <p:sp>
              <p:nvSpPr>
                <p:cNvPr id="86" name="TextBox 85">
                  <a:extLst>
                    <a:ext uri="{FF2B5EF4-FFF2-40B4-BE49-F238E27FC236}">
                      <a16:creationId xmlns:a16="http://schemas.microsoft.com/office/drawing/2014/main" id="{78A1A1A0-C1A7-421E-8C66-AD83D9052254}"/>
                    </a:ext>
                  </a:extLst>
                </p:cNvPr>
                <p:cNvSpPr txBox="1"/>
                <p:nvPr/>
              </p:nvSpPr>
              <p:spPr>
                <a:xfrm>
                  <a:off x="4252164" y="2562225"/>
                  <a:ext cx="3897221" cy="1200329"/>
                </a:xfrm>
                <a:prstGeom prst="rect">
                  <a:avLst/>
                </a:prstGeom>
                <a:noFill/>
              </p:spPr>
              <p:txBody>
                <a:bodyPr wrap="none" rtlCol="0">
                  <a:spAutoFit/>
                </a:bodyPr>
                <a:lstStyle/>
                <a:p>
                  <a:r>
                    <a:rPr lang="en-MY" sz="7200" dirty="0">
                      <a:solidFill>
                        <a:schemeClr val="bg1"/>
                      </a:solidFill>
                      <a:latin typeface="Felix Titling" panose="04060505060202020A04" pitchFamily="82" charset="0"/>
                    </a:rPr>
                    <a:t>FOREST </a:t>
                  </a:r>
                </a:p>
              </p:txBody>
            </p:sp>
          </p:grpSp>
          <p:sp>
            <p:nvSpPr>
              <p:cNvPr id="79" name="TextBox 78">
                <a:extLst>
                  <a:ext uri="{FF2B5EF4-FFF2-40B4-BE49-F238E27FC236}">
                    <a16:creationId xmlns:a16="http://schemas.microsoft.com/office/drawing/2014/main" id="{99BDF42D-0FB1-4E4B-BC6F-1B42C6212689}"/>
                  </a:ext>
                </a:extLst>
              </p:cNvPr>
              <p:cNvSpPr txBox="1"/>
              <p:nvPr/>
            </p:nvSpPr>
            <p:spPr>
              <a:xfrm>
                <a:off x="9987850" y="6211836"/>
                <a:ext cx="1787669" cy="369332"/>
              </a:xfrm>
              <a:prstGeom prst="rect">
                <a:avLst/>
              </a:prstGeom>
              <a:noFill/>
            </p:spPr>
            <p:txBody>
              <a:bodyPr wrap="none" rtlCol="0">
                <a:spAutoFit/>
              </a:bodyPr>
              <a:lstStyle/>
              <a:p>
                <a:r>
                  <a:rPr lang="en-MY" dirty="0">
                    <a:solidFill>
                      <a:schemeClr val="bg1"/>
                    </a:solidFill>
                    <a:latin typeface="Abadi" panose="020B0604020104020204" pitchFamily="34" charset="0"/>
                  </a:rPr>
                  <a:t>design by hmpt </a:t>
                </a:r>
              </a:p>
            </p:txBody>
          </p:sp>
          <p:sp>
            <p:nvSpPr>
              <p:cNvPr id="80" name="TextBox 79">
                <a:extLst>
                  <a:ext uri="{FF2B5EF4-FFF2-40B4-BE49-F238E27FC236}">
                    <a16:creationId xmlns:a16="http://schemas.microsoft.com/office/drawing/2014/main" id="{B3C866F2-F806-4471-9C9A-32CBB8CF905D}"/>
                  </a:ext>
                </a:extLst>
              </p:cNvPr>
              <p:cNvSpPr txBox="1"/>
              <p:nvPr/>
            </p:nvSpPr>
            <p:spPr>
              <a:xfrm>
                <a:off x="211297" y="5988052"/>
                <a:ext cx="803425" cy="707886"/>
              </a:xfrm>
              <a:prstGeom prst="rect">
                <a:avLst/>
              </a:prstGeom>
              <a:noFill/>
            </p:spPr>
            <p:txBody>
              <a:bodyPr wrap="none" rtlCol="0">
                <a:spAutoFit/>
              </a:bodyPr>
              <a:lstStyle/>
              <a:p>
                <a:r>
                  <a:rPr lang="en-MY" sz="4000" dirty="0">
                    <a:solidFill>
                      <a:schemeClr val="bg1"/>
                    </a:solidFill>
                    <a:latin typeface="Abadi" panose="020B0604020104020204" pitchFamily="34" charset="0"/>
                  </a:rPr>
                  <a:t>07</a:t>
                </a:r>
              </a:p>
            </p:txBody>
          </p:sp>
        </p:grpSp>
        <p:pic>
          <p:nvPicPr>
            <p:cNvPr id="77" name="Graphic 76" descr="Leaf with solid fill">
              <a:extLst>
                <a:ext uri="{FF2B5EF4-FFF2-40B4-BE49-F238E27FC236}">
                  <a16:creationId xmlns:a16="http://schemas.microsoft.com/office/drawing/2014/main" id="{9772F276-92FC-4C1F-8D0A-4DCB275BFE81}"/>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6253477" y="1901828"/>
              <a:ext cx="720414" cy="720414"/>
            </a:xfrm>
            <a:prstGeom prst="rect">
              <a:avLst/>
            </a:prstGeom>
          </p:spPr>
        </p:pic>
      </p:grpSp>
      <p:grpSp>
        <p:nvGrpSpPr>
          <p:cNvPr id="21" name="Group 20">
            <a:extLst>
              <a:ext uri="{FF2B5EF4-FFF2-40B4-BE49-F238E27FC236}">
                <a16:creationId xmlns:a16="http://schemas.microsoft.com/office/drawing/2014/main" id="{7FE4DD0A-59D8-48C9-9B89-A38D9B395342}"/>
              </a:ext>
            </a:extLst>
          </p:cNvPr>
          <p:cNvGrpSpPr/>
          <p:nvPr/>
        </p:nvGrpSpPr>
        <p:grpSpPr>
          <a:xfrm>
            <a:off x="973974" y="1718600"/>
            <a:ext cx="2155690" cy="4529800"/>
            <a:chOff x="973974" y="1718600"/>
            <a:chExt cx="2155690" cy="4529800"/>
          </a:xfrm>
        </p:grpSpPr>
        <p:grpSp>
          <p:nvGrpSpPr>
            <p:cNvPr id="37" name="Group 36">
              <a:extLst>
                <a:ext uri="{FF2B5EF4-FFF2-40B4-BE49-F238E27FC236}">
                  <a16:creationId xmlns:a16="http://schemas.microsoft.com/office/drawing/2014/main" id="{0FC1E4AC-60E7-4AFC-948D-228D15E4478D}"/>
                </a:ext>
              </a:extLst>
            </p:cNvPr>
            <p:cNvGrpSpPr/>
            <p:nvPr/>
          </p:nvGrpSpPr>
          <p:grpSpPr>
            <a:xfrm>
              <a:off x="973974" y="1718600"/>
              <a:ext cx="2155690" cy="4529800"/>
              <a:chOff x="973974" y="1718600"/>
              <a:chExt cx="2155690" cy="4529800"/>
            </a:xfrm>
            <a:blipFill dpi="0" rotWithShape="1">
              <a:blip r:embed="rId2">
                <a:extLst>
                  <a:ext uri="{28A0092B-C50C-407E-A947-70E740481C1C}">
                    <a14:useLocalDpi xmlns:a14="http://schemas.microsoft.com/office/drawing/2010/main" val="0"/>
                  </a:ext>
                </a:extLst>
              </a:blip>
              <a:srcRect/>
              <a:stretch>
                <a:fillRect/>
              </a:stretch>
            </a:blipFill>
          </p:grpSpPr>
          <p:sp>
            <p:nvSpPr>
              <p:cNvPr id="2" name="Rectangle: Rounded Corners 1">
                <a:extLst>
                  <a:ext uri="{FF2B5EF4-FFF2-40B4-BE49-F238E27FC236}">
                    <a16:creationId xmlns:a16="http://schemas.microsoft.com/office/drawing/2014/main" id="{C386F7BF-ADC1-4BEA-A64A-F10F6A764B92}"/>
                  </a:ext>
                </a:extLst>
              </p:cNvPr>
              <p:cNvSpPr/>
              <p:nvPr/>
            </p:nvSpPr>
            <p:spPr>
              <a:xfrm>
                <a:off x="1014722" y="1718600"/>
                <a:ext cx="2114942" cy="4529800"/>
              </a:xfrm>
              <a:prstGeom prst="roundRect">
                <a:avLst/>
              </a:prstGeom>
              <a:grpFill/>
              <a:ln>
                <a:noFill/>
              </a:ln>
              <a:effectLst>
                <a:outerShdw blurRad="50800" dist="50800" dir="5400000" algn="ctr" rotWithShape="0">
                  <a:srgbClr val="000000">
                    <a:alpha val="5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dirty="0"/>
              </a:p>
            </p:txBody>
          </p:sp>
          <p:sp>
            <p:nvSpPr>
              <p:cNvPr id="36" name="Rectangle: Rounded Corners 35">
                <a:extLst>
                  <a:ext uri="{FF2B5EF4-FFF2-40B4-BE49-F238E27FC236}">
                    <a16:creationId xmlns:a16="http://schemas.microsoft.com/office/drawing/2014/main" id="{339EF822-9469-44BC-9C29-7E53CAB2088D}"/>
                  </a:ext>
                </a:extLst>
              </p:cNvPr>
              <p:cNvSpPr/>
              <p:nvPr/>
            </p:nvSpPr>
            <p:spPr>
              <a:xfrm>
                <a:off x="1700464" y="6076950"/>
                <a:ext cx="743457" cy="76198"/>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61" name="TextBox 60">
                <a:extLst>
                  <a:ext uri="{FF2B5EF4-FFF2-40B4-BE49-F238E27FC236}">
                    <a16:creationId xmlns:a16="http://schemas.microsoft.com/office/drawing/2014/main" id="{5F6F9C61-BE53-435C-BA53-3281EB7455DC}"/>
                  </a:ext>
                </a:extLst>
              </p:cNvPr>
              <p:cNvSpPr txBox="1"/>
              <p:nvPr/>
            </p:nvSpPr>
            <p:spPr>
              <a:xfrm>
                <a:off x="973974" y="4966035"/>
                <a:ext cx="1843774" cy="1015663"/>
              </a:xfrm>
              <a:prstGeom prst="rect">
                <a:avLst/>
              </a:prstGeom>
              <a:grpFill/>
            </p:spPr>
            <p:txBody>
              <a:bodyPr wrap="none" rtlCol="0">
                <a:spAutoFit/>
              </a:bodyPr>
              <a:lstStyle/>
              <a:p>
                <a:r>
                  <a:rPr lang="en-MY" sz="6000" dirty="0">
                    <a:solidFill>
                      <a:schemeClr val="bg1"/>
                    </a:solidFill>
                    <a:latin typeface="Abadi" panose="020B0604020104020204" pitchFamily="34" charset="0"/>
                  </a:rPr>
                  <a:t>fruits</a:t>
                </a:r>
                <a:endParaRPr lang="en-MY" dirty="0">
                  <a:solidFill>
                    <a:schemeClr val="bg1"/>
                  </a:solidFill>
                  <a:latin typeface="Abadi" panose="020B0604020104020204" pitchFamily="34" charset="0"/>
                </a:endParaRPr>
              </a:p>
            </p:txBody>
          </p:sp>
          <p:sp>
            <p:nvSpPr>
              <p:cNvPr id="64" name="TextBox 63">
                <a:extLst>
                  <a:ext uri="{FF2B5EF4-FFF2-40B4-BE49-F238E27FC236}">
                    <a16:creationId xmlns:a16="http://schemas.microsoft.com/office/drawing/2014/main" id="{7EF82E43-714E-441E-93C8-2ADC86428163}"/>
                  </a:ext>
                </a:extLst>
              </p:cNvPr>
              <p:cNvSpPr txBox="1"/>
              <p:nvPr/>
            </p:nvSpPr>
            <p:spPr>
              <a:xfrm>
                <a:off x="1014722" y="4896377"/>
                <a:ext cx="630301" cy="369332"/>
              </a:xfrm>
              <a:prstGeom prst="rect">
                <a:avLst/>
              </a:prstGeom>
              <a:noFill/>
            </p:spPr>
            <p:txBody>
              <a:bodyPr wrap="none" rtlCol="0">
                <a:spAutoFit/>
              </a:bodyPr>
              <a:lstStyle/>
              <a:p>
                <a:r>
                  <a:rPr lang="en-MY" dirty="0">
                    <a:solidFill>
                      <a:schemeClr val="bg1"/>
                    </a:solidFill>
                    <a:latin typeface="Abadi" panose="020B0604020104020204" pitchFamily="34" charset="0"/>
                  </a:rPr>
                  <a:t>baru</a:t>
                </a:r>
              </a:p>
            </p:txBody>
          </p:sp>
        </p:grpSp>
        <p:sp>
          <p:nvSpPr>
            <p:cNvPr id="68" name="Rectangle: Rounded Corners 67">
              <a:extLst>
                <a:ext uri="{FF2B5EF4-FFF2-40B4-BE49-F238E27FC236}">
                  <a16:creationId xmlns:a16="http://schemas.microsoft.com/office/drawing/2014/main" id="{14B71636-4AE3-4D20-A55E-3037FFECF7CB}"/>
                </a:ext>
              </a:extLst>
            </p:cNvPr>
            <p:cNvSpPr/>
            <p:nvPr/>
          </p:nvSpPr>
          <p:spPr>
            <a:xfrm>
              <a:off x="1706111" y="5972378"/>
              <a:ext cx="743457" cy="76198"/>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pic>
          <p:nvPicPr>
            <p:cNvPr id="12" name="Graphic 11" descr="Blueberry with solid fill">
              <a:hlinkClick r:id="rId4" action="ppaction://hlinksldjump"/>
              <a:extLst>
                <a:ext uri="{FF2B5EF4-FFF2-40B4-BE49-F238E27FC236}">
                  <a16:creationId xmlns:a16="http://schemas.microsoft.com/office/drawing/2014/main" id="{4B8B8558-42AA-4717-97D2-0B0069BB349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481811" y="2589204"/>
              <a:ext cx="1180759" cy="1180759"/>
            </a:xfrm>
            <a:prstGeom prst="rect">
              <a:avLst/>
            </a:prstGeom>
          </p:spPr>
        </p:pic>
      </p:grpSp>
      <p:grpSp>
        <p:nvGrpSpPr>
          <p:cNvPr id="25" name="Group 24">
            <a:extLst>
              <a:ext uri="{FF2B5EF4-FFF2-40B4-BE49-F238E27FC236}">
                <a16:creationId xmlns:a16="http://schemas.microsoft.com/office/drawing/2014/main" id="{5401C987-D95C-45EB-9F96-ACD51B451477}"/>
              </a:ext>
            </a:extLst>
          </p:cNvPr>
          <p:cNvGrpSpPr/>
          <p:nvPr/>
        </p:nvGrpSpPr>
        <p:grpSpPr>
          <a:xfrm>
            <a:off x="8997543" y="1739138"/>
            <a:ext cx="2244525" cy="4529800"/>
            <a:chOff x="8997543" y="1739138"/>
            <a:chExt cx="2244525" cy="4529800"/>
          </a:xfrm>
        </p:grpSpPr>
        <p:grpSp>
          <p:nvGrpSpPr>
            <p:cNvPr id="56" name="Group 55">
              <a:extLst>
                <a:ext uri="{FF2B5EF4-FFF2-40B4-BE49-F238E27FC236}">
                  <a16:creationId xmlns:a16="http://schemas.microsoft.com/office/drawing/2014/main" id="{ED2488E9-C6C0-4F3B-A26A-E2DEF62451CC}"/>
                </a:ext>
              </a:extLst>
            </p:cNvPr>
            <p:cNvGrpSpPr/>
            <p:nvPr/>
          </p:nvGrpSpPr>
          <p:grpSpPr>
            <a:xfrm>
              <a:off x="8997543" y="1739138"/>
              <a:ext cx="2244525" cy="4529800"/>
              <a:chOff x="8997543" y="1739138"/>
              <a:chExt cx="2244525" cy="4529800"/>
            </a:xfrm>
          </p:grpSpPr>
          <p:sp>
            <p:nvSpPr>
              <p:cNvPr id="54" name="Rectangle: Rounded Corners 53">
                <a:extLst>
                  <a:ext uri="{FF2B5EF4-FFF2-40B4-BE49-F238E27FC236}">
                    <a16:creationId xmlns:a16="http://schemas.microsoft.com/office/drawing/2014/main" id="{65622F28-F072-47C0-A35D-E73486CB200E}"/>
                  </a:ext>
                </a:extLst>
              </p:cNvPr>
              <p:cNvSpPr/>
              <p:nvPr/>
            </p:nvSpPr>
            <p:spPr>
              <a:xfrm>
                <a:off x="9062336" y="1739138"/>
                <a:ext cx="2114942" cy="4529800"/>
              </a:xfrm>
              <a:prstGeom prst="roundRect">
                <a:avLst/>
              </a:prstGeom>
              <a:blipFill dpi="0" rotWithShape="1">
                <a:blip r:embed="rId2">
                  <a:alphaModFix/>
                  <a:extLst>
                    <a:ext uri="{28A0092B-C50C-407E-A947-70E740481C1C}">
                      <a14:useLocalDpi xmlns:a14="http://schemas.microsoft.com/office/drawing/2010/main" val="0"/>
                    </a:ext>
                  </a:extLst>
                </a:blip>
                <a:srcRect/>
                <a:stretch>
                  <a:fillRect/>
                </a:stretch>
              </a:blipFill>
              <a:ln>
                <a:noFill/>
              </a:ln>
              <a:effectLst>
                <a:outerShdw blurRad="50800" dist="50800" dir="5400000" algn="ctr" rotWithShape="0">
                  <a:srgbClr val="000000">
                    <a:alpha val="5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dirty="0"/>
              </a:p>
            </p:txBody>
          </p:sp>
          <p:sp>
            <p:nvSpPr>
              <p:cNvPr id="59" name="Rectangle: Rounded Corners 58">
                <a:extLst>
                  <a:ext uri="{FF2B5EF4-FFF2-40B4-BE49-F238E27FC236}">
                    <a16:creationId xmlns:a16="http://schemas.microsoft.com/office/drawing/2014/main" id="{67E1A617-9DCD-442E-9D2D-DD6EBBF9C934}"/>
                  </a:ext>
                </a:extLst>
              </p:cNvPr>
              <p:cNvSpPr/>
              <p:nvPr/>
            </p:nvSpPr>
            <p:spPr>
              <a:xfrm>
                <a:off x="9748078" y="6076950"/>
                <a:ext cx="743457" cy="76198"/>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63" name="TextBox 62">
                <a:extLst>
                  <a:ext uri="{FF2B5EF4-FFF2-40B4-BE49-F238E27FC236}">
                    <a16:creationId xmlns:a16="http://schemas.microsoft.com/office/drawing/2014/main" id="{22EF5182-869F-41BD-B808-3779B46CDB4E}"/>
                  </a:ext>
                </a:extLst>
              </p:cNvPr>
              <p:cNvSpPr txBox="1"/>
              <p:nvPr/>
            </p:nvSpPr>
            <p:spPr>
              <a:xfrm>
                <a:off x="8997543" y="5015120"/>
                <a:ext cx="2244525" cy="1015663"/>
              </a:xfrm>
              <a:prstGeom prst="rect">
                <a:avLst/>
              </a:prstGeom>
              <a:noFill/>
            </p:spPr>
            <p:txBody>
              <a:bodyPr wrap="none" rtlCol="0">
                <a:spAutoFit/>
              </a:bodyPr>
              <a:lstStyle/>
              <a:p>
                <a:r>
                  <a:rPr lang="en-MY" sz="6000" dirty="0">
                    <a:solidFill>
                      <a:schemeClr val="bg1"/>
                    </a:solidFill>
                    <a:latin typeface="Abadi" panose="020B0604020104020204" pitchFamily="34" charset="0"/>
                  </a:rPr>
                  <a:t>bunga</a:t>
                </a:r>
                <a:endParaRPr lang="en-MY" dirty="0">
                  <a:solidFill>
                    <a:schemeClr val="bg1"/>
                  </a:solidFill>
                  <a:latin typeface="Abadi" panose="020B0604020104020204" pitchFamily="34" charset="0"/>
                </a:endParaRPr>
              </a:p>
            </p:txBody>
          </p:sp>
          <p:sp>
            <p:nvSpPr>
              <p:cNvPr id="67" name="TextBox 66">
                <a:extLst>
                  <a:ext uri="{FF2B5EF4-FFF2-40B4-BE49-F238E27FC236}">
                    <a16:creationId xmlns:a16="http://schemas.microsoft.com/office/drawing/2014/main" id="{9E130BE7-D9C0-4272-B47D-CAEF39FC08F7}"/>
                  </a:ext>
                </a:extLst>
              </p:cNvPr>
              <p:cNvSpPr txBox="1"/>
              <p:nvPr/>
            </p:nvSpPr>
            <p:spPr>
              <a:xfrm>
                <a:off x="9043600" y="4940970"/>
                <a:ext cx="833883" cy="369332"/>
              </a:xfrm>
              <a:prstGeom prst="rect">
                <a:avLst/>
              </a:prstGeom>
              <a:noFill/>
            </p:spPr>
            <p:txBody>
              <a:bodyPr wrap="none" rtlCol="0">
                <a:spAutoFit/>
              </a:bodyPr>
              <a:lstStyle/>
              <a:p>
                <a:r>
                  <a:rPr lang="en-MY" dirty="0">
                    <a:solidFill>
                      <a:schemeClr val="bg1"/>
                    </a:solidFill>
                    <a:latin typeface="Abadi" panose="020B0604020104020204" pitchFamily="34" charset="0"/>
                  </a:rPr>
                  <a:t>rapper</a:t>
                </a:r>
              </a:p>
            </p:txBody>
          </p:sp>
        </p:grpSp>
        <p:pic>
          <p:nvPicPr>
            <p:cNvPr id="14" name="Graphic 13" descr="Frangipani with solid fill">
              <a:hlinkClick r:id="rId5" action="ppaction://hlinksldjump"/>
              <a:extLst>
                <a:ext uri="{FF2B5EF4-FFF2-40B4-BE49-F238E27FC236}">
                  <a16:creationId xmlns:a16="http://schemas.microsoft.com/office/drawing/2014/main" id="{C38AB0D1-3660-428B-BDEC-21BA6A1FD613}"/>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9721288" y="2633152"/>
              <a:ext cx="914400" cy="914400"/>
            </a:xfrm>
            <a:prstGeom prst="rect">
              <a:avLst/>
            </a:prstGeom>
          </p:spPr>
        </p:pic>
      </p:grpSp>
      <p:grpSp>
        <p:nvGrpSpPr>
          <p:cNvPr id="23" name="Group 22">
            <a:extLst>
              <a:ext uri="{FF2B5EF4-FFF2-40B4-BE49-F238E27FC236}">
                <a16:creationId xmlns:a16="http://schemas.microsoft.com/office/drawing/2014/main" id="{E6481050-F7E2-4131-81EB-731ED021AEB7}"/>
              </a:ext>
            </a:extLst>
          </p:cNvPr>
          <p:cNvGrpSpPr/>
          <p:nvPr/>
        </p:nvGrpSpPr>
        <p:grpSpPr>
          <a:xfrm>
            <a:off x="6357238" y="1739138"/>
            <a:ext cx="2114942" cy="4529800"/>
            <a:chOff x="6357238" y="1739138"/>
            <a:chExt cx="2114942" cy="4529800"/>
          </a:xfrm>
        </p:grpSpPr>
        <p:grpSp>
          <p:nvGrpSpPr>
            <p:cNvPr id="55" name="Group 54">
              <a:extLst>
                <a:ext uri="{FF2B5EF4-FFF2-40B4-BE49-F238E27FC236}">
                  <a16:creationId xmlns:a16="http://schemas.microsoft.com/office/drawing/2014/main" id="{1266E075-1420-42A9-BA05-695602677F37}"/>
                </a:ext>
              </a:extLst>
            </p:cNvPr>
            <p:cNvGrpSpPr/>
            <p:nvPr/>
          </p:nvGrpSpPr>
          <p:grpSpPr>
            <a:xfrm>
              <a:off x="6357238" y="1739138"/>
              <a:ext cx="2114942" cy="4529800"/>
              <a:chOff x="6357238" y="1739138"/>
              <a:chExt cx="2114942" cy="4529800"/>
            </a:xfrm>
          </p:grpSpPr>
          <p:sp>
            <p:nvSpPr>
              <p:cNvPr id="53" name="Rectangle: Rounded Corners 52">
                <a:extLst>
                  <a:ext uri="{FF2B5EF4-FFF2-40B4-BE49-F238E27FC236}">
                    <a16:creationId xmlns:a16="http://schemas.microsoft.com/office/drawing/2014/main" id="{138E6C7C-8270-4A88-9BC4-387989277ED1}"/>
                  </a:ext>
                </a:extLst>
              </p:cNvPr>
              <p:cNvSpPr/>
              <p:nvPr/>
            </p:nvSpPr>
            <p:spPr>
              <a:xfrm>
                <a:off x="6357238" y="1739138"/>
                <a:ext cx="2114942" cy="4529800"/>
              </a:xfrm>
              <a:prstGeom prst="roundRect">
                <a:avLst/>
              </a:prstGeom>
              <a:blipFill dpi="0" rotWithShape="1">
                <a:blip r:embed="rId2">
                  <a:alphaModFix/>
                  <a:extLst>
                    <a:ext uri="{28A0092B-C50C-407E-A947-70E740481C1C}">
                      <a14:useLocalDpi xmlns:a14="http://schemas.microsoft.com/office/drawing/2010/main" val="0"/>
                    </a:ext>
                  </a:extLst>
                </a:blip>
                <a:srcRect/>
                <a:stretch>
                  <a:fillRect/>
                </a:stretch>
              </a:blipFill>
              <a:ln>
                <a:noFill/>
              </a:ln>
              <a:effectLst>
                <a:outerShdw blurRad="50800" dist="50800" dir="5400000" algn="ctr" rotWithShape="0">
                  <a:srgbClr val="000000">
                    <a:alpha val="5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dirty="0"/>
              </a:p>
            </p:txBody>
          </p:sp>
          <p:sp>
            <p:nvSpPr>
              <p:cNvPr id="58" name="Rectangle: Rounded Corners 57">
                <a:extLst>
                  <a:ext uri="{FF2B5EF4-FFF2-40B4-BE49-F238E27FC236}">
                    <a16:creationId xmlns:a16="http://schemas.microsoft.com/office/drawing/2014/main" id="{2EE00D75-3236-4029-BD84-D420A58B0BE9}"/>
                  </a:ext>
                </a:extLst>
              </p:cNvPr>
              <p:cNvSpPr/>
              <p:nvPr/>
            </p:nvSpPr>
            <p:spPr>
              <a:xfrm>
                <a:off x="7042980" y="6038851"/>
                <a:ext cx="743457" cy="76198"/>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62" name="TextBox 61">
                <a:extLst>
                  <a:ext uri="{FF2B5EF4-FFF2-40B4-BE49-F238E27FC236}">
                    <a16:creationId xmlns:a16="http://schemas.microsoft.com/office/drawing/2014/main" id="{7A706F6B-D0CC-4D06-98B2-BF5023CDE9EC}"/>
                  </a:ext>
                </a:extLst>
              </p:cNvPr>
              <p:cNvSpPr txBox="1"/>
              <p:nvPr/>
            </p:nvSpPr>
            <p:spPr>
              <a:xfrm>
                <a:off x="6575915" y="4950493"/>
                <a:ext cx="1596912" cy="1107996"/>
              </a:xfrm>
              <a:prstGeom prst="rect">
                <a:avLst/>
              </a:prstGeom>
              <a:noFill/>
            </p:spPr>
            <p:txBody>
              <a:bodyPr wrap="none" rtlCol="0">
                <a:spAutoFit/>
              </a:bodyPr>
              <a:lstStyle/>
              <a:p>
                <a:r>
                  <a:rPr lang="en-MY" sz="6600" dirty="0">
                    <a:solidFill>
                      <a:schemeClr val="bg1"/>
                    </a:solidFill>
                    <a:latin typeface="Abadi" panose="020B0604020104020204" pitchFamily="34" charset="0"/>
                  </a:rPr>
                  <a:t>tree</a:t>
                </a:r>
                <a:endParaRPr lang="en-MY" dirty="0">
                  <a:solidFill>
                    <a:schemeClr val="bg1"/>
                  </a:solidFill>
                  <a:latin typeface="Abadi" panose="020B0604020104020204" pitchFamily="34" charset="0"/>
                </a:endParaRPr>
              </a:p>
            </p:txBody>
          </p:sp>
          <p:sp>
            <p:nvSpPr>
              <p:cNvPr id="66" name="TextBox 65">
                <a:extLst>
                  <a:ext uri="{FF2B5EF4-FFF2-40B4-BE49-F238E27FC236}">
                    <a16:creationId xmlns:a16="http://schemas.microsoft.com/office/drawing/2014/main" id="{C67F8A6C-E169-4D6F-857E-3546670044A3}"/>
                  </a:ext>
                </a:extLst>
              </p:cNvPr>
              <p:cNvSpPr txBox="1"/>
              <p:nvPr/>
            </p:nvSpPr>
            <p:spPr>
              <a:xfrm>
                <a:off x="6616252" y="4950493"/>
                <a:ext cx="647934" cy="369332"/>
              </a:xfrm>
              <a:prstGeom prst="rect">
                <a:avLst/>
              </a:prstGeom>
              <a:noFill/>
            </p:spPr>
            <p:txBody>
              <a:bodyPr wrap="none" rtlCol="0">
                <a:spAutoFit/>
              </a:bodyPr>
              <a:lstStyle/>
              <a:p>
                <a:r>
                  <a:rPr lang="en-MY" dirty="0">
                    <a:solidFill>
                      <a:schemeClr val="bg1"/>
                    </a:solidFill>
                    <a:latin typeface="Abadi" panose="020B0604020104020204" pitchFamily="34" charset="0"/>
                  </a:rPr>
                  <a:t>lama</a:t>
                </a:r>
              </a:p>
            </p:txBody>
          </p:sp>
        </p:grpSp>
        <p:pic>
          <p:nvPicPr>
            <p:cNvPr id="16" name="Graphic 15" descr="Tree With Roots with solid fill">
              <a:hlinkClick r:id="rId6" action="ppaction://hlinksldjump"/>
              <a:extLst>
                <a:ext uri="{FF2B5EF4-FFF2-40B4-BE49-F238E27FC236}">
                  <a16:creationId xmlns:a16="http://schemas.microsoft.com/office/drawing/2014/main" id="{D603703D-1074-49A8-8747-635D72578B3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6940219" y="2615019"/>
              <a:ext cx="914400" cy="914400"/>
            </a:xfrm>
            <a:prstGeom prst="rect">
              <a:avLst/>
            </a:prstGeom>
          </p:spPr>
        </p:pic>
      </p:grpSp>
      <p:grpSp>
        <p:nvGrpSpPr>
          <p:cNvPr id="22" name="Group 21">
            <a:extLst>
              <a:ext uri="{FF2B5EF4-FFF2-40B4-BE49-F238E27FC236}">
                <a16:creationId xmlns:a16="http://schemas.microsoft.com/office/drawing/2014/main" id="{E67B29EC-A000-4DA7-A2D7-6C04DA21C7D8}"/>
              </a:ext>
            </a:extLst>
          </p:cNvPr>
          <p:cNvGrpSpPr/>
          <p:nvPr/>
        </p:nvGrpSpPr>
        <p:grpSpPr>
          <a:xfrm>
            <a:off x="3719822" y="1739138"/>
            <a:ext cx="2114942" cy="4529800"/>
            <a:chOff x="3719822" y="1739138"/>
            <a:chExt cx="2114942" cy="4529800"/>
          </a:xfrm>
        </p:grpSpPr>
        <p:grpSp>
          <p:nvGrpSpPr>
            <p:cNvPr id="48" name="Group 47">
              <a:extLst>
                <a:ext uri="{FF2B5EF4-FFF2-40B4-BE49-F238E27FC236}">
                  <a16:creationId xmlns:a16="http://schemas.microsoft.com/office/drawing/2014/main" id="{D81D031B-4F4E-44F0-9DAF-08737C97DC39}"/>
                </a:ext>
              </a:extLst>
            </p:cNvPr>
            <p:cNvGrpSpPr/>
            <p:nvPr/>
          </p:nvGrpSpPr>
          <p:grpSpPr>
            <a:xfrm>
              <a:off x="3719822" y="1739138"/>
              <a:ext cx="2114942" cy="4529800"/>
              <a:chOff x="3719822" y="1739138"/>
              <a:chExt cx="2114942" cy="4529800"/>
            </a:xfrm>
          </p:grpSpPr>
          <p:sp>
            <p:nvSpPr>
              <p:cNvPr id="52" name="Rectangle: Rounded Corners 51">
                <a:extLst>
                  <a:ext uri="{FF2B5EF4-FFF2-40B4-BE49-F238E27FC236}">
                    <a16:creationId xmlns:a16="http://schemas.microsoft.com/office/drawing/2014/main" id="{C7B37B75-7138-428C-81E2-5FECB2BC836E}"/>
                  </a:ext>
                </a:extLst>
              </p:cNvPr>
              <p:cNvSpPr/>
              <p:nvPr/>
            </p:nvSpPr>
            <p:spPr>
              <a:xfrm>
                <a:off x="3719822" y="1739138"/>
                <a:ext cx="2114942" cy="4529800"/>
              </a:xfrm>
              <a:prstGeom prst="roundRect">
                <a:avLst/>
              </a:prstGeom>
              <a:blipFill dpi="0" rotWithShape="1">
                <a:blip r:embed="rId2">
                  <a:alphaModFix/>
                  <a:extLst>
                    <a:ext uri="{28A0092B-C50C-407E-A947-70E740481C1C}">
                      <a14:useLocalDpi xmlns:a14="http://schemas.microsoft.com/office/drawing/2010/main" val="0"/>
                    </a:ext>
                  </a:extLst>
                </a:blip>
                <a:srcRect/>
                <a:stretch>
                  <a:fillRect/>
                </a:stretch>
              </a:blipFill>
              <a:ln>
                <a:noFill/>
              </a:ln>
              <a:effectLst>
                <a:outerShdw blurRad="50800" dist="50800" dir="5400000" algn="ctr" rotWithShape="0">
                  <a:srgbClr val="000000">
                    <a:alpha val="5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dirty="0"/>
              </a:p>
            </p:txBody>
          </p:sp>
          <p:sp>
            <p:nvSpPr>
              <p:cNvPr id="57" name="Rectangle: Rounded Corners 56">
                <a:extLst>
                  <a:ext uri="{FF2B5EF4-FFF2-40B4-BE49-F238E27FC236}">
                    <a16:creationId xmlns:a16="http://schemas.microsoft.com/office/drawing/2014/main" id="{6FBD29E7-1B04-40F0-9898-7EF8E9831390}"/>
                  </a:ext>
                </a:extLst>
              </p:cNvPr>
              <p:cNvSpPr/>
              <p:nvPr/>
            </p:nvSpPr>
            <p:spPr>
              <a:xfrm>
                <a:off x="4405564" y="6076950"/>
                <a:ext cx="743457" cy="76198"/>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60" name="TextBox 59">
                <a:extLst>
                  <a:ext uri="{FF2B5EF4-FFF2-40B4-BE49-F238E27FC236}">
                    <a16:creationId xmlns:a16="http://schemas.microsoft.com/office/drawing/2014/main" id="{6037DFF0-E8F2-4821-956E-A62788B4DA84}"/>
                  </a:ext>
                </a:extLst>
              </p:cNvPr>
              <p:cNvSpPr txBox="1"/>
              <p:nvPr/>
            </p:nvSpPr>
            <p:spPr>
              <a:xfrm>
                <a:off x="3883954" y="4940970"/>
                <a:ext cx="1877437" cy="1107996"/>
              </a:xfrm>
              <a:prstGeom prst="rect">
                <a:avLst/>
              </a:prstGeom>
              <a:noFill/>
            </p:spPr>
            <p:txBody>
              <a:bodyPr wrap="none" rtlCol="0">
                <a:spAutoFit/>
              </a:bodyPr>
              <a:lstStyle/>
              <a:p>
                <a:r>
                  <a:rPr lang="en-MY" sz="6600" dirty="0">
                    <a:solidFill>
                      <a:schemeClr val="bg1"/>
                    </a:solidFill>
                    <a:latin typeface="Abadi" panose="020B0604020104020204" pitchFamily="34" charset="0"/>
                  </a:rPr>
                  <a:t>seed</a:t>
                </a:r>
                <a:endParaRPr lang="en-MY" dirty="0">
                  <a:solidFill>
                    <a:schemeClr val="bg1"/>
                  </a:solidFill>
                  <a:latin typeface="Abadi" panose="020B0604020104020204" pitchFamily="34" charset="0"/>
                </a:endParaRPr>
              </a:p>
            </p:txBody>
          </p:sp>
          <p:sp>
            <p:nvSpPr>
              <p:cNvPr id="65" name="TextBox 64">
                <a:extLst>
                  <a:ext uri="{FF2B5EF4-FFF2-40B4-BE49-F238E27FC236}">
                    <a16:creationId xmlns:a16="http://schemas.microsoft.com/office/drawing/2014/main" id="{85149C55-CE7D-420C-A615-11989F365FDE}"/>
                  </a:ext>
                </a:extLst>
              </p:cNvPr>
              <p:cNvSpPr txBox="1"/>
              <p:nvPr/>
            </p:nvSpPr>
            <p:spPr>
              <a:xfrm>
                <a:off x="3883954" y="4990055"/>
                <a:ext cx="631904" cy="369332"/>
              </a:xfrm>
              <a:prstGeom prst="rect">
                <a:avLst/>
              </a:prstGeom>
              <a:noFill/>
            </p:spPr>
            <p:txBody>
              <a:bodyPr wrap="none" rtlCol="0">
                <a:spAutoFit/>
              </a:bodyPr>
              <a:lstStyle/>
              <a:p>
                <a:r>
                  <a:rPr lang="en-MY" dirty="0">
                    <a:solidFill>
                      <a:schemeClr val="bg1"/>
                    </a:solidFill>
                    <a:latin typeface="Abadi" panose="020B0604020104020204" pitchFamily="34" charset="0"/>
                  </a:rPr>
                  <a:t>soya</a:t>
                </a:r>
              </a:p>
            </p:txBody>
          </p:sp>
        </p:grpSp>
        <p:pic>
          <p:nvPicPr>
            <p:cNvPr id="20" name="Graphic 19" descr="Acorn with solid fill">
              <a:hlinkClick r:id="rId7" action="ppaction://hlinksldjump"/>
              <a:extLst>
                <a:ext uri="{FF2B5EF4-FFF2-40B4-BE49-F238E27FC236}">
                  <a16:creationId xmlns:a16="http://schemas.microsoft.com/office/drawing/2014/main" id="{6ACD3FB8-C60D-4450-8FA0-6240D99A64E6}"/>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4365472" y="2656589"/>
              <a:ext cx="914400" cy="914400"/>
            </a:xfrm>
            <a:prstGeom prst="rect">
              <a:avLst/>
            </a:prstGeom>
          </p:spPr>
        </p:pic>
      </p:grpSp>
      <p:grpSp>
        <p:nvGrpSpPr>
          <p:cNvPr id="70" name="Group 69">
            <a:extLst>
              <a:ext uri="{FF2B5EF4-FFF2-40B4-BE49-F238E27FC236}">
                <a16:creationId xmlns:a16="http://schemas.microsoft.com/office/drawing/2014/main" id="{384DC920-2468-4E8C-A22E-218841C5DD1F}"/>
              </a:ext>
            </a:extLst>
          </p:cNvPr>
          <p:cNvGrpSpPr/>
          <p:nvPr/>
        </p:nvGrpSpPr>
        <p:grpSpPr>
          <a:xfrm>
            <a:off x="5180302" y="306411"/>
            <a:ext cx="2040943" cy="750049"/>
            <a:chOff x="5180302" y="306411"/>
            <a:chExt cx="2040943" cy="750049"/>
          </a:xfrm>
        </p:grpSpPr>
        <p:pic>
          <p:nvPicPr>
            <p:cNvPr id="69" name="Graphic 68" descr="Leaf with solid fill">
              <a:extLst>
                <a:ext uri="{FF2B5EF4-FFF2-40B4-BE49-F238E27FC236}">
                  <a16:creationId xmlns:a16="http://schemas.microsoft.com/office/drawing/2014/main" id="{C5054D4B-D218-49B0-868A-FC5DE07C3024}"/>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6224338" y="306411"/>
              <a:ext cx="265799" cy="265799"/>
            </a:xfrm>
            <a:prstGeom prst="rect">
              <a:avLst/>
            </a:prstGeom>
          </p:spPr>
        </p:pic>
        <p:sp>
          <p:nvSpPr>
            <p:cNvPr id="11" name="TextBox 10">
              <a:extLst>
                <a:ext uri="{FF2B5EF4-FFF2-40B4-BE49-F238E27FC236}">
                  <a16:creationId xmlns:a16="http://schemas.microsoft.com/office/drawing/2014/main" id="{29824780-F6B0-4CD7-A48E-AA40B35C5714}"/>
                </a:ext>
              </a:extLst>
            </p:cNvPr>
            <p:cNvSpPr txBox="1"/>
            <p:nvPr/>
          </p:nvSpPr>
          <p:spPr>
            <a:xfrm>
              <a:off x="5180302" y="410129"/>
              <a:ext cx="2040943" cy="646331"/>
            </a:xfrm>
            <a:prstGeom prst="rect">
              <a:avLst/>
            </a:prstGeom>
            <a:noFill/>
          </p:spPr>
          <p:txBody>
            <a:bodyPr wrap="none" rtlCol="0">
              <a:spAutoFit/>
            </a:bodyPr>
            <a:lstStyle/>
            <a:p>
              <a:r>
                <a:rPr lang="en-MY" sz="3600" dirty="0">
                  <a:solidFill>
                    <a:schemeClr val="bg1"/>
                  </a:solidFill>
                  <a:latin typeface="Felix Titling" panose="04060505060202020A04" pitchFamily="82" charset="0"/>
                </a:rPr>
                <a:t>FOREST </a:t>
              </a:r>
            </a:p>
          </p:txBody>
        </p:sp>
      </p:grpSp>
      <p:grpSp>
        <p:nvGrpSpPr>
          <p:cNvPr id="114" name="Group 113">
            <a:extLst>
              <a:ext uri="{FF2B5EF4-FFF2-40B4-BE49-F238E27FC236}">
                <a16:creationId xmlns:a16="http://schemas.microsoft.com/office/drawing/2014/main" id="{EED953A4-820C-4212-832B-15473D3381D4}"/>
              </a:ext>
            </a:extLst>
          </p:cNvPr>
          <p:cNvGrpSpPr/>
          <p:nvPr/>
        </p:nvGrpSpPr>
        <p:grpSpPr>
          <a:xfrm>
            <a:off x="288054" y="391276"/>
            <a:ext cx="352425" cy="336551"/>
            <a:chOff x="288054" y="391276"/>
            <a:chExt cx="352425" cy="336551"/>
          </a:xfrm>
        </p:grpSpPr>
        <p:sp>
          <p:nvSpPr>
            <p:cNvPr id="115" name="Rectangle: Rounded Corners 114">
              <a:extLst>
                <a:ext uri="{FF2B5EF4-FFF2-40B4-BE49-F238E27FC236}">
                  <a16:creationId xmlns:a16="http://schemas.microsoft.com/office/drawing/2014/main" id="{51B9675D-6E07-41D7-8E27-AEDD6A205969}"/>
                </a:ext>
              </a:extLst>
            </p:cNvPr>
            <p:cNvSpPr/>
            <p:nvPr/>
          </p:nvSpPr>
          <p:spPr>
            <a:xfrm>
              <a:off x="288054" y="391276"/>
              <a:ext cx="352425" cy="69853"/>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116" name="Rectangle: Rounded Corners 115">
              <a:extLst>
                <a:ext uri="{FF2B5EF4-FFF2-40B4-BE49-F238E27FC236}">
                  <a16:creationId xmlns:a16="http://schemas.microsoft.com/office/drawing/2014/main" id="{AD7E8773-CE03-453E-8643-88F278511707}"/>
                </a:ext>
              </a:extLst>
            </p:cNvPr>
            <p:cNvSpPr/>
            <p:nvPr/>
          </p:nvSpPr>
          <p:spPr>
            <a:xfrm>
              <a:off x="288054" y="524625"/>
              <a:ext cx="352425" cy="69853"/>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117" name="Rectangle: Rounded Corners 116">
              <a:extLst>
                <a:ext uri="{FF2B5EF4-FFF2-40B4-BE49-F238E27FC236}">
                  <a16:creationId xmlns:a16="http://schemas.microsoft.com/office/drawing/2014/main" id="{C67C453E-432F-46BA-8A1A-E3D5AC452E2E}"/>
                </a:ext>
              </a:extLst>
            </p:cNvPr>
            <p:cNvSpPr/>
            <p:nvPr/>
          </p:nvSpPr>
          <p:spPr>
            <a:xfrm>
              <a:off x="288054" y="657974"/>
              <a:ext cx="352425" cy="69853"/>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dirty="0"/>
            </a:p>
          </p:txBody>
        </p:sp>
      </p:grpSp>
      <p:pic>
        <p:nvPicPr>
          <p:cNvPr id="31" name="Picture 30">
            <a:extLst>
              <a:ext uri="{FF2B5EF4-FFF2-40B4-BE49-F238E27FC236}">
                <a16:creationId xmlns:a16="http://schemas.microsoft.com/office/drawing/2014/main" id="{87E14CD3-9242-414B-A82C-2B127A347A4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36302" y="431076"/>
            <a:ext cx="514428" cy="507747"/>
          </a:xfrm>
          <a:prstGeom prst="rect">
            <a:avLst/>
          </a:prstGeom>
        </p:spPr>
      </p:pic>
      <p:grpSp>
        <p:nvGrpSpPr>
          <p:cNvPr id="118" name="Group 117">
            <a:extLst>
              <a:ext uri="{FF2B5EF4-FFF2-40B4-BE49-F238E27FC236}">
                <a16:creationId xmlns:a16="http://schemas.microsoft.com/office/drawing/2014/main" id="{04E3AF89-EE7C-4B5E-898F-73F8D7F2C5A7}"/>
              </a:ext>
            </a:extLst>
          </p:cNvPr>
          <p:cNvGrpSpPr/>
          <p:nvPr/>
        </p:nvGrpSpPr>
        <p:grpSpPr>
          <a:xfrm>
            <a:off x="5139485" y="6769714"/>
            <a:ext cx="3963207" cy="4897617"/>
            <a:chOff x="5018226" y="1408163"/>
            <a:chExt cx="3963207" cy="4897617"/>
          </a:xfrm>
        </p:grpSpPr>
        <p:sp>
          <p:nvSpPr>
            <p:cNvPr id="119" name="TextBox 118">
              <a:extLst>
                <a:ext uri="{FF2B5EF4-FFF2-40B4-BE49-F238E27FC236}">
                  <a16:creationId xmlns:a16="http://schemas.microsoft.com/office/drawing/2014/main" id="{FB56D85F-2F19-49DC-9425-FA7DA6F7BEBD}"/>
                </a:ext>
              </a:extLst>
            </p:cNvPr>
            <p:cNvSpPr txBox="1"/>
            <p:nvPr/>
          </p:nvSpPr>
          <p:spPr>
            <a:xfrm>
              <a:off x="5018226" y="1408163"/>
              <a:ext cx="2820003" cy="769441"/>
            </a:xfrm>
            <a:prstGeom prst="rect">
              <a:avLst/>
            </a:prstGeom>
            <a:noFill/>
          </p:spPr>
          <p:txBody>
            <a:bodyPr wrap="none" rtlCol="0">
              <a:spAutoFit/>
            </a:bodyPr>
            <a:lstStyle/>
            <a:p>
              <a:r>
                <a:rPr lang="en-MY" sz="4400" b="1" dirty="0">
                  <a:solidFill>
                    <a:schemeClr val="bg1"/>
                  </a:solidFill>
                  <a:latin typeface="Abadi" panose="020B0604020104020204" pitchFamily="34" charset="0"/>
                </a:rPr>
                <a:t>about seed</a:t>
              </a:r>
            </a:p>
          </p:txBody>
        </p:sp>
        <p:sp>
          <p:nvSpPr>
            <p:cNvPr id="120" name="TextBox 119">
              <a:extLst>
                <a:ext uri="{FF2B5EF4-FFF2-40B4-BE49-F238E27FC236}">
                  <a16:creationId xmlns:a16="http://schemas.microsoft.com/office/drawing/2014/main" id="{E05C9165-4256-4483-B155-06B7CC1551AA}"/>
                </a:ext>
              </a:extLst>
            </p:cNvPr>
            <p:cNvSpPr txBox="1"/>
            <p:nvPr/>
          </p:nvSpPr>
          <p:spPr>
            <a:xfrm>
              <a:off x="5037267" y="2211124"/>
              <a:ext cx="3944166" cy="3693319"/>
            </a:xfrm>
            <a:prstGeom prst="rect">
              <a:avLst/>
            </a:prstGeom>
            <a:noFill/>
          </p:spPr>
          <p:txBody>
            <a:bodyPr wrap="square" rtlCol="0">
              <a:spAutoFit/>
            </a:bodyPr>
            <a:lstStyle/>
            <a:p>
              <a:pPr algn="just"/>
              <a:r>
                <a:rPr lang="en-US" dirty="0">
                  <a:solidFill>
                    <a:schemeClr val="bg1">
                      <a:lumMod val="95000"/>
                    </a:schemeClr>
                  </a:solidFill>
                </a:rPr>
                <a:t>A seed is an embryonic plant enclosed in a protective outer covering. The formation of the seed is part of the process of reproduction in seed plants, the spermatophytes, including the gymnosperm and angiosperm plants.</a:t>
              </a:r>
            </a:p>
            <a:p>
              <a:pPr algn="just"/>
              <a:endParaRPr lang="en-US" dirty="0">
                <a:solidFill>
                  <a:schemeClr val="bg1">
                    <a:lumMod val="95000"/>
                  </a:schemeClr>
                </a:solidFill>
              </a:endParaRPr>
            </a:p>
            <a:p>
              <a:pPr algn="just"/>
              <a:r>
                <a:rPr lang="en-US" dirty="0">
                  <a:solidFill>
                    <a:schemeClr val="bg1">
                      <a:lumMod val="95000"/>
                    </a:schemeClr>
                  </a:solidFill>
                </a:rPr>
                <a:t>Seeds are the product of the ripened ovule, after fertilization by pollen and some growth within the mother plant. The embryo develops from the zygote, and the seed coat from the integuments of the ovule.</a:t>
              </a:r>
              <a:endParaRPr lang="en-MY" dirty="0">
                <a:solidFill>
                  <a:schemeClr val="bg1">
                    <a:lumMod val="95000"/>
                  </a:schemeClr>
                </a:solidFill>
              </a:endParaRPr>
            </a:p>
          </p:txBody>
        </p:sp>
        <p:sp>
          <p:nvSpPr>
            <p:cNvPr id="121" name="TextBox 120">
              <a:extLst>
                <a:ext uri="{FF2B5EF4-FFF2-40B4-BE49-F238E27FC236}">
                  <a16:creationId xmlns:a16="http://schemas.microsoft.com/office/drawing/2014/main" id="{657B3C84-7B63-4DE3-B747-032AC5154F81}"/>
                </a:ext>
              </a:extLst>
            </p:cNvPr>
            <p:cNvSpPr txBox="1"/>
            <p:nvPr/>
          </p:nvSpPr>
          <p:spPr>
            <a:xfrm>
              <a:off x="5044644" y="5936448"/>
              <a:ext cx="1787669" cy="369332"/>
            </a:xfrm>
            <a:prstGeom prst="rect">
              <a:avLst/>
            </a:prstGeom>
            <a:noFill/>
          </p:spPr>
          <p:txBody>
            <a:bodyPr wrap="none" rtlCol="0">
              <a:spAutoFit/>
            </a:bodyPr>
            <a:lstStyle/>
            <a:p>
              <a:r>
                <a:rPr lang="en-MY" dirty="0">
                  <a:solidFill>
                    <a:schemeClr val="bg1"/>
                  </a:solidFill>
                  <a:latin typeface="Abadi" panose="020B0604020104020204" pitchFamily="34" charset="0"/>
                </a:rPr>
                <a:t>design by hmpt </a:t>
              </a:r>
            </a:p>
          </p:txBody>
        </p:sp>
      </p:grpSp>
    </p:spTree>
    <p:extLst>
      <p:ext uri="{BB962C8B-B14F-4D97-AF65-F5344CB8AC3E}">
        <p14:creationId xmlns:p14="http://schemas.microsoft.com/office/powerpoint/2010/main" val="2352782991"/>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advTm="1000">
        <p159:morph option="byObject"/>
      </p:transition>
    </mc:Choice>
    <mc:Fallback>
      <p:transition spd="slow" advTm="1000">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F1923"/>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F85DB707-4781-49F5-A5E1-7366AE8FF70A}"/>
              </a:ext>
            </a:extLst>
          </p:cNvPr>
          <p:cNvPicPr>
            <a:picLocks noChangeAspect="1"/>
          </p:cNvPicPr>
          <p:nvPr/>
        </p:nvPicPr>
        <p:blipFill rotWithShape="1">
          <a:blip r:embed="rId2"/>
          <a:srcRect l="24998" t="18214" b="28661"/>
          <a:stretch/>
        </p:blipFill>
        <p:spPr>
          <a:xfrm>
            <a:off x="0" y="-1"/>
            <a:ext cx="2958214" cy="6858001"/>
          </a:xfrm>
          <a:prstGeom prst="rect">
            <a:avLst/>
          </a:prstGeom>
        </p:spPr>
      </p:pic>
      <p:grpSp>
        <p:nvGrpSpPr>
          <p:cNvPr id="46" name="Group 45">
            <a:extLst>
              <a:ext uri="{FF2B5EF4-FFF2-40B4-BE49-F238E27FC236}">
                <a16:creationId xmlns:a16="http://schemas.microsoft.com/office/drawing/2014/main" id="{3C8564F6-6759-4961-BA38-58476B578094}"/>
              </a:ext>
            </a:extLst>
          </p:cNvPr>
          <p:cNvGrpSpPr/>
          <p:nvPr/>
        </p:nvGrpSpPr>
        <p:grpSpPr>
          <a:xfrm>
            <a:off x="-42749" y="1458190"/>
            <a:ext cx="2114942" cy="4529800"/>
            <a:chOff x="6357238" y="1739138"/>
            <a:chExt cx="2114942" cy="4529800"/>
          </a:xfrm>
        </p:grpSpPr>
        <p:grpSp>
          <p:nvGrpSpPr>
            <p:cNvPr id="47" name="Group 46">
              <a:extLst>
                <a:ext uri="{FF2B5EF4-FFF2-40B4-BE49-F238E27FC236}">
                  <a16:creationId xmlns:a16="http://schemas.microsoft.com/office/drawing/2014/main" id="{2C452593-4D74-4BBF-B49C-2A71B653025F}"/>
                </a:ext>
              </a:extLst>
            </p:cNvPr>
            <p:cNvGrpSpPr/>
            <p:nvPr/>
          </p:nvGrpSpPr>
          <p:grpSpPr>
            <a:xfrm>
              <a:off x="6357238" y="1739138"/>
              <a:ext cx="2114942" cy="4529800"/>
              <a:chOff x="6357238" y="1739138"/>
              <a:chExt cx="2114942" cy="4529800"/>
            </a:xfrm>
          </p:grpSpPr>
          <p:sp>
            <p:nvSpPr>
              <p:cNvPr id="49" name="Rectangle: Rounded Corners 48">
                <a:extLst>
                  <a:ext uri="{FF2B5EF4-FFF2-40B4-BE49-F238E27FC236}">
                    <a16:creationId xmlns:a16="http://schemas.microsoft.com/office/drawing/2014/main" id="{F167233B-2838-49A6-9985-B533DCEC4296}"/>
                  </a:ext>
                </a:extLst>
              </p:cNvPr>
              <p:cNvSpPr/>
              <p:nvPr/>
            </p:nvSpPr>
            <p:spPr>
              <a:xfrm>
                <a:off x="6357238" y="1739138"/>
                <a:ext cx="2114942" cy="4529800"/>
              </a:xfrm>
              <a:prstGeom prst="roundRect">
                <a:avLst/>
              </a:prstGeom>
              <a:blipFill dpi="0" rotWithShape="1">
                <a:blip r:embed="rId2">
                  <a:alphaModFix/>
                  <a:extLst>
                    <a:ext uri="{28A0092B-C50C-407E-A947-70E740481C1C}">
                      <a14:useLocalDpi xmlns:a14="http://schemas.microsoft.com/office/drawing/2010/main" val="0"/>
                    </a:ext>
                  </a:extLst>
                </a:blip>
                <a:srcRect/>
                <a:stretch>
                  <a:fillRect/>
                </a:stretch>
              </a:blipFill>
              <a:ln>
                <a:noFill/>
              </a:ln>
              <a:effectLst>
                <a:outerShdw blurRad="50800" dist="50800" dir="5400000" algn="ctr" rotWithShape="0">
                  <a:srgbClr val="000000">
                    <a:alpha val="5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dirty="0"/>
              </a:p>
            </p:txBody>
          </p:sp>
          <p:sp>
            <p:nvSpPr>
              <p:cNvPr id="50" name="Rectangle: Rounded Corners 49">
                <a:extLst>
                  <a:ext uri="{FF2B5EF4-FFF2-40B4-BE49-F238E27FC236}">
                    <a16:creationId xmlns:a16="http://schemas.microsoft.com/office/drawing/2014/main" id="{70FF49F5-0E32-480D-B629-F7E5A858CE9C}"/>
                  </a:ext>
                </a:extLst>
              </p:cNvPr>
              <p:cNvSpPr/>
              <p:nvPr/>
            </p:nvSpPr>
            <p:spPr>
              <a:xfrm>
                <a:off x="7042980" y="6038851"/>
                <a:ext cx="743457" cy="76198"/>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51" name="TextBox 50">
                <a:extLst>
                  <a:ext uri="{FF2B5EF4-FFF2-40B4-BE49-F238E27FC236}">
                    <a16:creationId xmlns:a16="http://schemas.microsoft.com/office/drawing/2014/main" id="{C34C85DB-33D9-4B44-9D4D-2FF8AA20EAD2}"/>
                  </a:ext>
                </a:extLst>
              </p:cNvPr>
              <p:cNvSpPr txBox="1"/>
              <p:nvPr/>
            </p:nvSpPr>
            <p:spPr>
              <a:xfrm>
                <a:off x="6575915" y="4950493"/>
                <a:ext cx="1596912" cy="1107996"/>
              </a:xfrm>
              <a:prstGeom prst="rect">
                <a:avLst/>
              </a:prstGeom>
              <a:noFill/>
            </p:spPr>
            <p:txBody>
              <a:bodyPr wrap="none" rtlCol="0">
                <a:spAutoFit/>
              </a:bodyPr>
              <a:lstStyle/>
              <a:p>
                <a:r>
                  <a:rPr lang="en-MY" sz="6600" dirty="0">
                    <a:solidFill>
                      <a:schemeClr val="bg1"/>
                    </a:solidFill>
                    <a:latin typeface="Abadi" panose="020B0604020104020204" pitchFamily="34" charset="0"/>
                  </a:rPr>
                  <a:t>tree</a:t>
                </a:r>
                <a:endParaRPr lang="en-MY" dirty="0">
                  <a:solidFill>
                    <a:schemeClr val="bg1"/>
                  </a:solidFill>
                  <a:latin typeface="Abadi" panose="020B0604020104020204" pitchFamily="34" charset="0"/>
                </a:endParaRPr>
              </a:p>
            </p:txBody>
          </p:sp>
          <p:sp>
            <p:nvSpPr>
              <p:cNvPr id="52" name="TextBox 51">
                <a:extLst>
                  <a:ext uri="{FF2B5EF4-FFF2-40B4-BE49-F238E27FC236}">
                    <a16:creationId xmlns:a16="http://schemas.microsoft.com/office/drawing/2014/main" id="{EFDCEC86-97A1-4012-9469-EEE8DEBB0DB8}"/>
                  </a:ext>
                </a:extLst>
              </p:cNvPr>
              <p:cNvSpPr txBox="1"/>
              <p:nvPr/>
            </p:nvSpPr>
            <p:spPr>
              <a:xfrm>
                <a:off x="6616252" y="4950493"/>
                <a:ext cx="647934" cy="369332"/>
              </a:xfrm>
              <a:prstGeom prst="rect">
                <a:avLst/>
              </a:prstGeom>
              <a:noFill/>
            </p:spPr>
            <p:txBody>
              <a:bodyPr wrap="none" rtlCol="0">
                <a:spAutoFit/>
              </a:bodyPr>
              <a:lstStyle/>
              <a:p>
                <a:r>
                  <a:rPr lang="en-MY" dirty="0">
                    <a:solidFill>
                      <a:schemeClr val="bg1"/>
                    </a:solidFill>
                    <a:latin typeface="Abadi" panose="020B0604020104020204" pitchFamily="34" charset="0"/>
                  </a:rPr>
                  <a:t>lama</a:t>
                </a:r>
              </a:p>
            </p:txBody>
          </p:sp>
        </p:grpSp>
        <p:pic>
          <p:nvPicPr>
            <p:cNvPr id="48" name="Graphic 47" descr="Tree With Roots with solid fill">
              <a:extLst>
                <a:ext uri="{FF2B5EF4-FFF2-40B4-BE49-F238E27FC236}">
                  <a16:creationId xmlns:a16="http://schemas.microsoft.com/office/drawing/2014/main" id="{1A1DAD96-4487-4F56-B6AD-4E661099D6A5}"/>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6940219" y="2615019"/>
              <a:ext cx="914400" cy="914400"/>
            </a:xfrm>
            <a:prstGeom prst="rect">
              <a:avLst/>
            </a:prstGeom>
          </p:spPr>
        </p:pic>
      </p:grpSp>
      <p:grpSp>
        <p:nvGrpSpPr>
          <p:cNvPr id="39" name="Group 38">
            <a:extLst>
              <a:ext uri="{FF2B5EF4-FFF2-40B4-BE49-F238E27FC236}">
                <a16:creationId xmlns:a16="http://schemas.microsoft.com/office/drawing/2014/main" id="{FDEC2B58-0D24-4987-9DE8-4240B92D991E}"/>
              </a:ext>
            </a:extLst>
          </p:cNvPr>
          <p:cNvGrpSpPr/>
          <p:nvPr/>
        </p:nvGrpSpPr>
        <p:grpSpPr>
          <a:xfrm>
            <a:off x="255423" y="1602074"/>
            <a:ext cx="2244525" cy="4529800"/>
            <a:chOff x="8997543" y="1739138"/>
            <a:chExt cx="2244525" cy="4529800"/>
          </a:xfrm>
        </p:grpSpPr>
        <p:grpSp>
          <p:nvGrpSpPr>
            <p:cNvPr id="40" name="Group 39">
              <a:extLst>
                <a:ext uri="{FF2B5EF4-FFF2-40B4-BE49-F238E27FC236}">
                  <a16:creationId xmlns:a16="http://schemas.microsoft.com/office/drawing/2014/main" id="{1A67C17F-08B0-4F23-82EF-15016857CF50}"/>
                </a:ext>
              </a:extLst>
            </p:cNvPr>
            <p:cNvGrpSpPr/>
            <p:nvPr/>
          </p:nvGrpSpPr>
          <p:grpSpPr>
            <a:xfrm>
              <a:off x="8997543" y="1739138"/>
              <a:ext cx="2244525" cy="4529800"/>
              <a:chOff x="8997543" y="1739138"/>
              <a:chExt cx="2244525" cy="4529800"/>
            </a:xfrm>
          </p:grpSpPr>
          <p:sp>
            <p:nvSpPr>
              <p:cNvPr id="42" name="Rectangle: Rounded Corners 41">
                <a:extLst>
                  <a:ext uri="{FF2B5EF4-FFF2-40B4-BE49-F238E27FC236}">
                    <a16:creationId xmlns:a16="http://schemas.microsoft.com/office/drawing/2014/main" id="{DFF1117C-68D9-426C-B3E4-7F0818E4DDF3}"/>
                  </a:ext>
                </a:extLst>
              </p:cNvPr>
              <p:cNvSpPr/>
              <p:nvPr/>
            </p:nvSpPr>
            <p:spPr>
              <a:xfrm>
                <a:off x="9062336" y="1739138"/>
                <a:ext cx="2114942" cy="4529800"/>
              </a:xfrm>
              <a:prstGeom prst="roundRect">
                <a:avLst/>
              </a:prstGeom>
              <a:blipFill dpi="0" rotWithShape="1">
                <a:blip r:embed="rId2">
                  <a:alphaModFix/>
                  <a:extLst>
                    <a:ext uri="{28A0092B-C50C-407E-A947-70E740481C1C}">
                      <a14:useLocalDpi xmlns:a14="http://schemas.microsoft.com/office/drawing/2010/main" val="0"/>
                    </a:ext>
                  </a:extLst>
                </a:blip>
                <a:srcRect/>
                <a:stretch>
                  <a:fillRect/>
                </a:stretch>
              </a:blipFill>
              <a:ln>
                <a:noFill/>
              </a:ln>
              <a:effectLst>
                <a:outerShdw blurRad="50800" dist="50800" dir="5400000" algn="ctr" rotWithShape="0">
                  <a:srgbClr val="000000">
                    <a:alpha val="5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dirty="0"/>
              </a:p>
            </p:txBody>
          </p:sp>
          <p:sp>
            <p:nvSpPr>
              <p:cNvPr id="43" name="Rectangle: Rounded Corners 42">
                <a:extLst>
                  <a:ext uri="{FF2B5EF4-FFF2-40B4-BE49-F238E27FC236}">
                    <a16:creationId xmlns:a16="http://schemas.microsoft.com/office/drawing/2014/main" id="{836627BE-436F-486E-8F53-90A9ABC1C689}"/>
                  </a:ext>
                </a:extLst>
              </p:cNvPr>
              <p:cNvSpPr/>
              <p:nvPr/>
            </p:nvSpPr>
            <p:spPr>
              <a:xfrm>
                <a:off x="9748078" y="6076950"/>
                <a:ext cx="743457" cy="76198"/>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44" name="TextBox 43">
                <a:extLst>
                  <a:ext uri="{FF2B5EF4-FFF2-40B4-BE49-F238E27FC236}">
                    <a16:creationId xmlns:a16="http://schemas.microsoft.com/office/drawing/2014/main" id="{8A84B4E9-3B9E-41D6-8FD3-43C705CF6E1E}"/>
                  </a:ext>
                </a:extLst>
              </p:cNvPr>
              <p:cNvSpPr txBox="1"/>
              <p:nvPr/>
            </p:nvSpPr>
            <p:spPr>
              <a:xfrm>
                <a:off x="8997543" y="5015120"/>
                <a:ext cx="2244525" cy="1015663"/>
              </a:xfrm>
              <a:prstGeom prst="rect">
                <a:avLst/>
              </a:prstGeom>
              <a:noFill/>
            </p:spPr>
            <p:txBody>
              <a:bodyPr wrap="none" rtlCol="0">
                <a:spAutoFit/>
              </a:bodyPr>
              <a:lstStyle/>
              <a:p>
                <a:r>
                  <a:rPr lang="en-MY" sz="6000" dirty="0">
                    <a:solidFill>
                      <a:schemeClr val="bg1"/>
                    </a:solidFill>
                    <a:latin typeface="Abadi" panose="020B0604020104020204" pitchFamily="34" charset="0"/>
                  </a:rPr>
                  <a:t>bunga</a:t>
                </a:r>
                <a:endParaRPr lang="en-MY" dirty="0">
                  <a:solidFill>
                    <a:schemeClr val="bg1"/>
                  </a:solidFill>
                  <a:latin typeface="Abadi" panose="020B0604020104020204" pitchFamily="34" charset="0"/>
                </a:endParaRPr>
              </a:p>
            </p:txBody>
          </p:sp>
          <p:sp>
            <p:nvSpPr>
              <p:cNvPr id="45" name="TextBox 44">
                <a:extLst>
                  <a:ext uri="{FF2B5EF4-FFF2-40B4-BE49-F238E27FC236}">
                    <a16:creationId xmlns:a16="http://schemas.microsoft.com/office/drawing/2014/main" id="{4D8B6A05-814E-4402-B50C-8499E4870E16}"/>
                  </a:ext>
                </a:extLst>
              </p:cNvPr>
              <p:cNvSpPr txBox="1"/>
              <p:nvPr/>
            </p:nvSpPr>
            <p:spPr>
              <a:xfrm>
                <a:off x="9043600" y="4940970"/>
                <a:ext cx="833883" cy="369332"/>
              </a:xfrm>
              <a:prstGeom prst="rect">
                <a:avLst/>
              </a:prstGeom>
              <a:noFill/>
            </p:spPr>
            <p:txBody>
              <a:bodyPr wrap="none" rtlCol="0">
                <a:spAutoFit/>
              </a:bodyPr>
              <a:lstStyle/>
              <a:p>
                <a:r>
                  <a:rPr lang="en-MY" dirty="0">
                    <a:solidFill>
                      <a:schemeClr val="bg1"/>
                    </a:solidFill>
                    <a:latin typeface="Abadi" panose="020B0604020104020204" pitchFamily="34" charset="0"/>
                  </a:rPr>
                  <a:t>rapper</a:t>
                </a:r>
              </a:p>
            </p:txBody>
          </p:sp>
        </p:grpSp>
        <p:pic>
          <p:nvPicPr>
            <p:cNvPr id="41" name="Graphic 40" descr="Frangipani with solid fill">
              <a:extLst>
                <a:ext uri="{FF2B5EF4-FFF2-40B4-BE49-F238E27FC236}">
                  <a16:creationId xmlns:a16="http://schemas.microsoft.com/office/drawing/2014/main" id="{3981DEC2-F492-448A-A3F1-BE00A0DF2A9A}"/>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9721288" y="2633152"/>
              <a:ext cx="914400" cy="914400"/>
            </a:xfrm>
            <a:prstGeom prst="rect">
              <a:avLst/>
            </a:prstGeom>
          </p:spPr>
        </p:pic>
      </p:grpSp>
      <p:grpSp>
        <p:nvGrpSpPr>
          <p:cNvPr id="31" name="Group 30">
            <a:extLst>
              <a:ext uri="{FF2B5EF4-FFF2-40B4-BE49-F238E27FC236}">
                <a16:creationId xmlns:a16="http://schemas.microsoft.com/office/drawing/2014/main" id="{6427592F-4805-4DFD-942F-F9040595DCC5}"/>
              </a:ext>
            </a:extLst>
          </p:cNvPr>
          <p:cNvGrpSpPr/>
          <p:nvPr/>
        </p:nvGrpSpPr>
        <p:grpSpPr>
          <a:xfrm>
            <a:off x="718883" y="1697326"/>
            <a:ext cx="2155690" cy="4529800"/>
            <a:chOff x="973974" y="1718600"/>
            <a:chExt cx="2155690" cy="4529800"/>
          </a:xfrm>
        </p:grpSpPr>
        <p:grpSp>
          <p:nvGrpSpPr>
            <p:cNvPr id="32" name="Group 31">
              <a:extLst>
                <a:ext uri="{FF2B5EF4-FFF2-40B4-BE49-F238E27FC236}">
                  <a16:creationId xmlns:a16="http://schemas.microsoft.com/office/drawing/2014/main" id="{3BCB1190-0EA2-489F-8578-0C1AB5C58415}"/>
                </a:ext>
              </a:extLst>
            </p:cNvPr>
            <p:cNvGrpSpPr/>
            <p:nvPr/>
          </p:nvGrpSpPr>
          <p:grpSpPr>
            <a:xfrm>
              <a:off x="973974" y="1718600"/>
              <a:ext cx="2155690" cy="4529800"/>
              <a:chOff x="973974" y="1718600"/>
              <a:chExt cx="2155690" cy="4529800"/>
            </a:xfrm>
            <a:blipFill dpi="0" rotWithShape="1">
              <a:blip r:embed="rId2">
                <a:extLst>
                  <a:ext uri="{28A0092B-C50C-407E-A947-70E740481C1C}">
                    <a14:useLocalDpi xmlns:a14="http://schemas.microsoft.com/office/drawing/2010/main" val="0"/>
                  </a:ext>
                </a:extLst>
              </a:blip>
              <a:srcRect/>
              <a:stretch>
                <a:fillRect/>
              </a:stretch>
            </a:blipFill>
          </p:grpSpPr>
          <p:sp>
            <p:nvSpPr>
              <p:cNvPr id="35" name="Rectangle: Rounded Corners 34">
                <a:extLst>
                  <a:ext uri="{FF2B5EF4-FFF2-40B4-BE49-F238E27FC236}">
                    <a16:creationId xmlns:a16="http://schemas.microsoft.com/office/drawing/2014/main" id="{67093986-DF5E-4C88-A2AC-620E19C1D2BC}"/>
                  </a:ext>
                </a:extLst>
              </p:cNvPr>
              <p:cNvSpPr/>
              <p:nvPr/>
            </p:nvSpPr>
            <p:spPr>
              <a:xfrm>
                <a:off x="1014722" y="1718600"/>
                <a:ext cx="2114942" cy="4529800"/>
              </a:xfrm>
              <a:prstGeom prst="roundRect">
                <a:avLst/>
              </a:prstGeom>
              <a:grpFill/>
              <a:ln>
                <a:noFill/>
              </a:ln>
              <a:effectLst>
                <a:outerShdw blurRad="50800" dist="50800" dir="5400000" algn="ctr" rotWithShape="0">
                  <a:srgbClr val="000000">
                    <a:alpha val="5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dirty="0"/>
              </a:p>
            </p:txBody>
          </p:sp>
          <p:sp>
            <p:nvSpPr>
              <p:cNvPr id="36" name="Rectangle: Rounded Corners 35">
                <a:extLst>
                  <a:ext uri="{FF2B5EF4-FFF2-40B4-BE49-F238E27FC236}">
                    <a16:creationId xmlns:a16="http://schemas.microsoft.com/office/drawing/2014/main" id="{F8E2DF49-DF65-416E-846D-28DE4E344BD0}"/>
                  </a:ext>
                </a:extLst>
              </p:cNvPr>
              <p:cNvSpPr/>
              <p:nvPr/>
            </p:nvSpPr>
            <p:spPr>
              <a:xfrm>
                <a:off x="1700464" y="6076950"/>
                <a:ext cx="743457" cy="76198"/>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37" name="TextBox 36">
                <a:extLst>
                  <a:ext uri="{FF2B5EF4-FFF2-40B4-BE49-F238E27FC236}">
                    <a16:creationId xmlns:a16="http://schemas.microsoft.com/office/drawing/2014/main" id="{1437BF5A-392B-418C-A888-623C17696237}"/>
                  </a:ext>
                </a:extLst>
              </p:cNvPr>
              <p:cNvSpPr txBox="1"/>
              <p:nvPr/>
            </p:nvSpPr>
            <p:spPr>
              <a:xfrm>
                <a:off x="973974" y="4966035"/>
                <a:ext cx="1843774" cy="1015663"/>
              </a:xfrm>
              <a:prstGeom prst="rect">
                <a:avLst/>
              </a:prstGeom>
              <a:grpFill/>
            </p:spPr>
            <p:txBody>
              <a:bodyPr wrap="none" rtlCol="0">
                <a:spAutoFit/>
              </a:bodyPr>
              <a:lstStyle/>
              <a:p>
                <a:r>
                  <a:rPr lang="en-MY" sz="6000" dirty="0">
                    <a:solidFill>
                      <a:schemeClr val="bg1"/>
                    </a:solidFill>
                    <a:latin typeface="Abadi" panose="020B0604020104020204" pitchFamily="34" charset="0"/>
                  </a:rPr>
                  <a:t>fruits</a:t>
                </a:r>
                <a:endParaRPr lang="en-MY" dirty="0">
                  <a:solidFill>
                    <a:schemeClr val="bg1"/>
                  </a:solidFill>
                  <a:latin typeface="Abadi" panose="020B0604020104020204" pitchFamily="34" charset="0"/>
                </a:endParaRPr>
              </a:p>
            </p:txBody>
          </p:sp>
          <p:sp>
            <p:nvSpPr>
              <p:cNvPr id="38" name="TextBox 37">
                <a:extLst>
                  <a:ext uri="{FF2B5EF4-FFF2-40B4-BE49-F238E27FC236}">
                    <a16:creationId xmlns:a16="http://schemas.microsoft.com/office/drawing/2014/main" id="{6F1D6AC2-BEAE-40C6-A4EC-CAD50BCE4E13}"/>
                  </a:ext>
                </a:extLst>
              </p:cNvPr>
              <p:cNvSpPr txBox="1"/>
              <p:nvPr/>
            </p:nvSpPr>
            <p:spPr>
              <a:xfrm>
                <a:off x="1014722" y="4896377"/>
                <a:ext cx="630301" cy="369332"/>
              </a:xfrm>
              <a:prstGeom prst="rect">
                <a:avLst/>
              </a:prstGeom>
              <a:noFill/>
            </p:spPr>
            <p:txBody>
              <a:bodyPr wrap="none" rtlCol="0">
                <a:spAutoFit/>
              </a:bodyPr>
              <a:lstStyle/>
              <a:p>
                <a:r>
                  <a:rPr lang="en-MY" dirty="0">
                    <a:solidFill>
                      <a:schemeClr val="bg1"/>
                    </a:solidFill>
                    <a:latin typeface="Abadi" panose="020B0604020104020204" pitchFamily="34" charset="0"/>
                  </a:rPr>
                  <a:t>baru</a:t>
                </a:r>
              </a:p>
            </p:txBody>
          </p:sp>
        </p:grpSp>
        <p:sp>
          <p:nvSpPr>
            <p:cNvPr id="33" name="Rectangle: Rounded Corners 32">
              <a:extLst>
                <a:ext uri="{FF2B5EF4-FFF2-40B4-BE49-F238E27FC236}">
                  <a16:creationId xmlns:a16="http://schemas.microsoft.com/office/drawing/2014/main" id="{F8B09DDE-F39F-4BB3-B981-2FD4327D38D8}"/>
                </a:ext>
              </a:extLst>
            </p:cNvPr>
            <p:cNvSpPr/>
            <p:nvPr/>
          </p:nvSpPr>
          <p:spPr>
            <a:xfrm>
              <a:off x="1706111" y="5972378"/>
              <a:ext cx="743457" cy="76198"/>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pic>
          <p:nvPicPr>
            <p:cNvPr id="34" name="Graphic 33" descr="Blueberry with solid fill">
              <a:extLst>
                <a:ext uri="{FF2B5EF4-FFF2-40B4-BE49-F238E27FC236}">
                  <a16:creationId xmlns:a16="http://schemas.microsoft.com/office/drawing/2014/main" id="{728A480A-988C-4D59-B7B4-BC27D90C2830}"/>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481811" y="2589204"/>
              <a:ext cx="1180759" cy="1180759"/>
            </a:xfrm>
            <a:prstGeom prst="rect">
              <a:avLst/>
            </a:prstGeom>
          </p:spPr>
        </p:pic>
      </p:grpSp>
      <p:pic>
        <p:nvPicPr>
          <p:cNvPr id="11" name="Picture 10">
            <a:hlinkClick r:id="rId3" action="ppaction://hlinksldjump"/>
            <a:extLst>
              <a:ext uri="{FF2B5EF4-FFF2-40B4-BE49-F238E27FC236}">
                <a16:creationId xmlns:a16="http://schemas.microsoft.com/office/drawing/2014/main" id="{7522525B-964B-4412-823B-24CB6025B03B}"/>
              </a:ext>
            </a:extLst>
          </p:cNvPr>
          <p:cNvPicPr>
            <a:picLocks noChangeAspect="1"/>
          </p:cNvPicPr>
          <p:nvPr/>
        </p:nvPicPr>
        <p:blipFill>
          <a:blip r:embed="rId2"/>
          <a:stretch>
            <a:fillRect/>
          </a:stretch>
        </p:blipFill>
        <p:spPr>
          <a:xfrm>
            <a:off x="3510990" y="374833"/>
            <a:ext cx="1405336" cy="568571"/>
          </a:xfrm>
          <a:prstGeom prst="rect">
            <a:avLst/>
          </a:prstGeom>
        </p:spPr>
      </p:pic>
      <p:sp>
        <p:nvSpPr>
          <p:cNvPr id="2" name="Rectangle: Rounded Corners 1">
            <a:extLst>
              <a:ext uri="{FF2B5EF4-FFF2-40B4-BE49-F238E27FC236}">
                <a16:creationId xmlns:a16="http://schemas.microsoft.com/office/drawing/2014/main" id="{6C1FA912-1651-42BA-82BB-535759928345}"/>
              </a:ext>
            </a:extLst>
          </p:cNvPr>
          <p:cNvSpPr/>
          <p:nvPr/>
        </p:nvSpPr>
        <p:spPr>
          <a:xfrm>
            <a:off x="1639308" y="472767"/>
            <a:ext cx="524928" cy="220134"/>
          </a:xfrm>
          <a:prstGeom prst="roundRect">
            <a:avLst>
              <a:gd name="adj" fmla="val 47436"/>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14" name="TextBox 13">
            <a:extLst>
              <a:ext uri="{FF2B5EF4-FFF2-40B4-BE49-F238E27FC236}">
                <a16:creationId xmlns:a16="http://schemas.microsoft.com/office/drawing/2014/main" id="{1769A5A3-B2B9-41C1-B552-2EFB4CA90F95}"/>
              </a:ext>
            </a:extLst>
          </p:cNvPr>
          <p:cNvSpPr txBox="1"/>
          <p:nvPr/>
        </p:nvSpPr>
        <p:spPr>
          <a:xfrm>
            <a:off x="949070" y="388764"/>
            <a:ext cx="2561920" cy="369332"/>
          </a:xfrm>
          <a:prstGeom prst="rect">
            <a:avLst/>
          </a:prstGeom>
          <a:noFill/>
        </p:spPr>
        <p:txBody>
          <a:bodyPr wrap="none" rtlCol="0">
            <a:spAutoFit/>
          </a:bodyPr>
          <a:lstStyle/>
          <a:p>
            <a:r>
              <a:rPr lang="en-MY" dirty="0">
                <a:solidFill>
                  <a:schemeClr val="bg1"/>
                </a:solidFill>
                <a:latin typeface="Abadi" panose="020B0604020104020204" pitchFamily="34" charset="0"/>
              </a:rPr>
              <a:t>fruits  seed  tree  bunga</a:t>
            </a:r>
          </a:p>
        </p:txBody>
      </p:sp>
      <p:grpSp>
        <p:nvGrpSpPr>
          <p:cNvPr id="103" name="Group 102">
            <a:extLst>
              <a:ext uri="{FF2B5EF4-FFF2-40B4-BE49-F238E27FC236}">
                <a16:creationId xmlns:a16="http://schemas.microsoft.com/office/drawing/2014/main" id="{F926ECC8-3E5C-4D25-8303-6A33A8D46E03}"/>
              </a:ext>
            </a:extLst>
          </p:cNvPr>
          <p:cNvGrpSpPr/>
          <p:nvPr/>
        </p:nvGrpSpPr>
        <p:grpSpPr>
          <a:xfrm>
            <a:off x="5018226" y="1408163"/>
            <a:ext cx="3963207" cy="4897617"/>
            <a:chOff x="5018226" y="1408163"/>
            <a:chExt cx="3963207" cy="4897617"/>
          </a:xfrm>
        </p:grpSpPr>
        <p:sp>
          <p:nvSpPr>
            <p:cNvPr id="8" name="TextBox 7">
              <a:extLst>
                <a:ext uri="{FF2B5EF4-FFF2-40B4-BE49-F238E27FC236}">
                  <a16:creationId xmlns:a16="http://schemas.microsoft.com/office/drawing/2014/main" id="{CD16682A-F438-48CB-991E-18C24605039C}"/>
                </a:ext>
              </a:extLst>
            </p:cNvPr>
            <p:cNvSpPr txBox="1"/>
            <p:nvPr/>
          </p:nvSpPr>
          <p:spPr>
            <a:xfrm>
              <a:off x="5018226" y="1408163"/>
              <a:ext cx="2820003" cy="769441"/>
            </a:xfrm>
            <a:prstGeom prst="rect">
              <a:avLst/>
            </a:prstGeom>
            <a:noFill/>
          </p:spPr>
          <p:txBody>
            <a:bodyPr wrap="none" rtlCol="0">
              <a:spAutoFit/>
            </a:bodyPr>
            <a:lstStyle/>
            <a:p>
              <a:r>
                <a:rPr lang="en-MY" sz="4400" b="1" dirty="0">
                  <a:solidFill>
                    <a:schemeClr val="bg1"/>
                  </a:solidFill>
                  <a:latin typeface="Abadi" panose="020B0604020104020204" pitchFamily="34" charset="0"/>
                </a:rPr>
                <a:t>about seed</a:t>
              </a:r>
            </a:p>
          </p:txBody>
        </p:sp>
        <p:sp>
          <p:nvSpPr>
            <p:cNvPr id="9" name="TextBox 8">
              <a:extLst>
                <a:ext uri="{FF2B5EF4-FFF2-40B4-BE49-F238E27FC236}">
                  <a16:creationId xmlns:a16="http://schemas.microsoft.com/office/drawing/2014/main" id="{A08BFEA4-E7C4-4886-9DE7-E529D8A35A40}"/>
                </a:ext>
              </a:extLst>
            </p:cNvPr>
            <p:cNvSpPr txBox="1"/>
            <p:nvPr/>
          </p:nvSpPr>
          <p:spPr>
            <a:xfrm>
              <a:off x="5037267" y="2211124"/>
              <a:ext cx="3944166" cy="3693319"/>
            </a:xfrm>
            <a:prstGeom prst="rect">
              <a:avLst/>
            </a:prstGeom>
            <a:noFill/>
          </p:spPr>
          <p:txBody>
            <a:bodyPr wrap="square" rtlCol="0">
              <a:spAutoFit/>
            </a:bodyPr>
            <a:lstStyle/>
            <a:p>
              <a:pPr algn="just"/>
              <a:r>
                <a:rPr lang="en-US" dirty="0">
                  <a:solidFill>
                    <a:schemeClr val="bg1">
                      <a:lumMod val="95000"/>
                    </a:schemeClr>
                  </a:solidFill>
                </a:rPr>
                <a:t>A seed is an embryonic plant enclosed in a protective outer covering. The formation of the seed is part of the process of reproduction in seed plants, the spermatophytes, including the gymnosperm and angiosperm plants.</a:t>
              </a:r>
            </a:p>
            <a:p>
              <a:pPr algn="just"/>
              <a:endParaRPr lang="en-US" dirty="0">
                <a:solidFill>
                  <a:schemeClr val="bg1">
                    <a:lumMod val="95000"/>
                  </a:schemeClr>
                </a:solidFill>
              </a:endParaRPr>
            </a:p>
            <a:p>
              <a:pPr algn="just"/>
              <a:r>
                <a:rPr lang="en-US" dirty="0">
                  <a:solidFill>
                    <a:schemeClr val="bg1">
                      <a:lumMod val="95000"/>
                    </a:schemeClr>
                  </a:solidFill>
                </a:rPr>
                <a:t>Seeds are the product of the ripened ovule, after fertilization by pollen and some growth within the mother plant. The embryo develops from the zygote, and the seed coat from the integuments of the ovule.</a:t>
              </a:r>
              <a:endParaRPr lang="en-MY" dirty="0">
                <a:solidFill>
                  <a:schemeClr val="bg1">
                    <a:lumMod val="95000"/>
                  </a:schemeClr>
                </a:solidFill>
              </a:endParaRPr>
            </a:p>
          </p:txBody>
        </p:sp>
        <p:sp>
          <p:nvSpPr>
            <p:cNvPr id="15" name="TextBox 14">
              <a:extLst>
                <a:ext uri="{FF2B5EF4-FFF2-40B4-BE49-F238E27FC236}">
                  <a16:creationId xmlns:a16="http://schemas.microsoft.com/office/drawing/2014/main" id="{7DB60309-3F22-4A02-A5C4-28537812808B}"/>
                </a:ext>
              </a:extLst>
            </p:cNvPr>
            <p:cNvSpPr txBox="1"/>
            <p:nvPr/>
          </p:nvSpPr>
          <p:spPr>
            <a:xfrm>
              <a:off x="5044644" y="5936448"/>
              <a:ext cx="1787669" cy="369332"/>
            </a:xfrm>
            <a:prstGeom prst="rect">
              <a:avLst/>
            </a:prstGeom>
            <a:noFill/>
          </p:spPr>
          <p:txBody>
            <a:bodyPr wrap="none" rtlCol="0">
              <a:spAutoFit/>
            </a:bodyPr>
            <a:lstStyle/>
            <a:p>
              <a:r>
                <a:rPr lang="en-MY" dirty="0">
                  <a:solidFill>
                    <a:schemeClr val="bg1"/>
                  </a:solidFill>
                  <a:latin typeface="Abadi" panose="020B0604020104020204" pitchFamily="34" charset="0"/>
                </a:rPr>
                <a:t>design by hmpt </a:t>
              </a:r>
            </a:p>
          </p:txBody>
        </p:sp>
      </p:grpSp>
      <p:grpSp>
        <p:nvGrpSpPr>
          <p:cNvPr id="24" name="Group 23">
            <a:extLst>
              <a:ext uri="{FF2B5EF4-FFF2-40B4-BE49-F238E27FC236}">
                <a16:creationId xmlns:a16="http://schemas.microsoft.com/office/drawing/2014/main" id="{13636D84-3756-45FC-B3DD-B69843F39F9F}"/>
              </a:ext>
            </a:extLst>
          </p:cNvPr>
          <p:cNvGrpSpPr/>
          <p:nvPr/>
        </p:nvGrpSpPr>
        <p:grpSpPr>
          <a:xfrm>
            <a:off x="1106765" y="1739138"/>
            <a:ext cx="2114942" cy="4529800"/>
            <a:chOff x="3719822" y="1739138"/>
            <a:chExt cx="2114942" cy="4529800"/>
          </a:xfrm>
        </p:grpSpPr>
        <p:grpSp>
          <p:nvGrpSpPr>
            <p:cNvPr id="25" name="Group 24">
              <a:extLst>
                <a:ext uri="{FF2B5EF4-FFF2-40B4-BE49-F238E27FC236}">
                  <a16:creationId xmlns:a16="http://schemas.microsoft.com/office/drawing/2014/main" id="{3A2BAFF6-E95C-40CD-AF92-E7895A36C468}"/>
                </a:ext>
              </a:extLst>
            </p:cNvPr>
            <p:cNvGrpSpPr/>
            <p:nvPr/>
          </p:nvGrpSpPr>
          <p:grpSpPr>
            <a:xfrm>
              <a:off x="3719822" y="1739138"/>
              <a:ext cx="2114942" cy="4529800"/>
              <a:chOff x="3719822" y="1739138"/>
              <a:chExt cx="2114942" cy="4529800"/>
            </a:xfrm>
          </p:grpSpPr>
          <p:sp>
            <p:nvSpPr>
              <p:cNvPr id="27" name="Rectangle: Rounded Corners 26">
                <a:extLst>
                  <a:ext uri="{FF2B5EF4-FFF2-40B4-BE49-F238E27FC236}">
                    <a16:creationId xmlns:a16="http://schemas.microsoft.com/office/drawing/2014/main" id="{FB052F9F-920A-4998-914B-91009133B4E6}"/>
                  </a:ext>
                </a:extLst>
              </p:cNvPr>
              <p:cNvSpPr/>
              <p:nvPr/>
            </p:nvSpPr>
            <p:spPr>
              <a:xfrm>
                <a:off x="3719822" y="1739138"/>
                <a:ext cx="2114942" cy="4529800"/>
              </a:xfrm>
              <a:prstGeom prst="roundRect">
                <a:avLst/>
              </a:prstGeom>
              <a:blipFill dpi="0" rotWithShape="1">
                <a:blip r:embed="rId2">
                  <a:alphaModFix/>
                  <a:extLst>
                    <a:ext uri="{28A0092B-C50C-407E-A947-70E740481C1C}">
                      <a14:useLocalDpi xmlns:a14="http://schemas.microsoft.com/office/drawing/2010/main" val="0"/>
                    </a:ext>
                  </a:extLst>
                </a:blip>
                <a:srcRect/>
                <a:stretch>
                  <a:fillRect/>
                </a:stretch>
              </a:blipFill>
              <a:ln>
                <a:noFill/>
              </a:ln>
              <a:effectLst>
                <a:outerShdw blurRad="50800" dist="50800" dir="5400000" algn="ctr" rotWithShape="0">
                  <a:srgbClr val="000000">
                    <a:alpha val="5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dirty="0"/>
              </a:p>
            </p:txBody>
          </p:sp>
          <p:sp>
            <p:nvSpPr>
              <p:cNvPr id="28" name="Rectangle: Rounded Corners 27">
                <a:extLst>
                  <a:ext uri="{FF2B5EF4-FFF2-40B4-BE49-F238E27FC236}">
                    <a16:creationId xmlns:a16="http://schemas.microsoft.com/office/drawing/2014/main" id="{90EFD69E-9F18-4DBE-AB03-638C6DD967AD}"/>
                  </a:ext>
                </a:extLst>
              </p:cNvPr>
              <p:cNvSpPr/>
              <p:nvPr/>
            </p:nvSpPr>
            <p:spPr>
              <a:xfrm>
                <a:off x="4405564" y="6076950"/>
                <a:ext cx="743457" cy="76198"/>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29" name="TextBox 28">
                <a:extLst>
                  <a:ext uri="{FF2B5EF4-FFF2-40B4-BE49-F238E27FC236}">
                    <a16:creationId xmlns:a16="http://schemas.microsoft.com/office/drawing/2014/main" id="{F6C020C2-3630-4ABB-854E-B7B26D34B4D0}"/>
                  </a:ext>
                </a:extLst>
              </p:cNvPr>
              <p:cNvSpPr txBox="1"/>
              <p:nvPr/>
            </p:nvSpPr>
            <p:spPr>
              <a:xfrm>
                <a:off x="3883954" y="4940970"/>
                <a:ext cx="1877437" cy="1107996"/>
              </a:xfrm>
              <a:prstGeom prst="rect">
                <a:avLst/>
              </a:prstGeom>
              <a:noFill/>
            </p:spPr>
            <p:txBody>
              <a:bodyPr wrap="none" rtlCol="0">
                <a:spAutoFit/>
              </a:bodyPr>
              <a:lstStyle/>
              <a:p>
                <a:r>
                  <a:rPr lang="en-MY" sz="6600" dirty="0">
                    <a:solidFill>
                      <a:schemeClr val="bg1"/>
                    </a:solidFill>
                    <a:latin typeface="Abadi" panose="020B0604020104020204" pitchFamily="34" charset="0"/>
                  </a:rPr>
                  <a:t>seed</a:t>
                </a:r>
                <a:endParaRPr lang="en-MY" dirty="0">
                  <a:solidFill>
                    <a:schemeClr val="bg1"/>
                  </a:solidFill>
                  <a:latin typeface="Abadi" panose="020B0604020104020204" pitchFamily="34" charset="0"/>
                </a:endParaRPr>
              </a:p>
            </p:txBody>
          </p:sp>
          <p:sp>
            <p:nvSpPr>
              <p:cNvPr id="30" name="TextBox 29">
                <a:extLst>
                  <a:ext uri="{FF2B5EF4-FFF2-40B4-BE49-F238E27FC236}">
                    <a16:creationId xmlns:a16="http://schemas.microsoft.com/office/drawing/2014/main" id="{878096A6-4EC3-4F5B-8D97-13890B01ADEC}"/>
                  </a:ext>
                </a:extLst>
              </p:cNvPr>
              <p:cNvSpPr txBox="1"/>
              <p:nvPr/>
            </p:nvSpPr>
            <p:spPr>
              <a:xfrm>
                <a:off x="3883954" y="4990055"/>
                <a:ext cx="631904" cy="369332"/>
              </a:xfrm>
              <a:prstGeom prst="rect">
                <a:avLst/>
              </a:prstGeom>
              <a:noFill/>
            </p:spPr>
            <p:txBody>
              <a:bodyPr wrap="none" rtlCol="0">
                <a:spAutoFit/>
              </a:bodyPr>
              <a:lstStyle/>
              <a:p>
                <a:r>
                  <a:rPr lang="en-MY" dirty="0">
                    <a:solidFill>
                      <a:schemeClr val="bg1"/>
                    </a:solidFill>
                    <a:latin typeface="Abadi" panose="020B0604020104020204" pitchFamily="34" charset="0"/>
                  </a:rPr>
                  <a:t>soya</a:t>
                </a:r>
              </a:p>
            </p:txBody>
          </p:sp>
        </p:grpSp>
        <p:pic>
          <p:nvPicPr>
            <p:cNvPr id="26" name="Graphic 25" descr="Acorn with solid fill">
              <a:extLst>
                <a:ext uri="{FF2B5EF4-FFF2-40B4-BE49-F238E27FC236}">
                  <a16:creationId xmlns:a16="http://schemas.microsoft.com/office/drawing/2014/main" id="{18AEAD43-3754-40DE-B80B-1A1F69B24C50}"/>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4365472" y="2656589"/>
              <a:ext cx="914400" cy="914400"/>
            </a:xfrm>
            <a:prstGeom prst="rect">
              <a:avLst/>
            </a:prstGeom>
          </p:spPr>
        </p:pic>
      </p:grpSp>
      <p:pic>
        <p:nvPicPr>
          <p:cNvPr id="95" name="Picture 94">
            <a:extLst>
              <a:ext uri="{FF2B5EF4-FFF2-40B4-BE49-F238E27FC236}">
                <a16:creationId xmlns:a16="http://schemas.microsoft.com/office/drawing/2014/main" id="{F5504B8D-BBD5-4205-93B0-69EB07A71158}"/>
              </a:ext>
            </a:extLst>
          </p:cNvPr>
          <p:cNvPicPr>
            <a:picLocks noChangeAspect="1"/>
          </p:cNvPicPr>
          <p:nvPr/>
        </p:nvPicPr>
        <p:blipFill>
          <a:blip r:embed="rId2"/>
          <a:stretch>
            <a:fillRect/>
          </a:stretch>
        </p:blipFill>
        <p:spPr>
          <a:xfrm>
            <a:off x="9545892" y="430955"/>
            <a:ext cx="516544" cy="935396"/>
          </a:xfrm>
          <a:prstGeom prst="rect">
            <a:avLst/>
          </a:prstGeom>
        </p:spPr>
      </p:pic>
      <p:pic>
        <p:nvPicPr>
          <p:cNvPr id="96" name="Picture 95">
            <a:extLst>
              <a:ext uri="{FF2B5EF4-FFF2-40B4-BE49-F238E27FC236}">
                <a16:creationId xmlns:a16="http://schemas.microsoft.com/office/drawing/2014/main" id="{3C4EE967-585A-4507-B3CD-3BB5ED8C486F}"/>
              </a:ext>
            </a:extLst>
          </p:cNvPr>
          <p:cNvPicPr>
            <a:picLocks noChangeAspect="1"/>
          </p:cNvPicPr>
          <p:nvPr/>
        </p:nvPicPr>
        <p:blipFill>
          <a:blip r:embed="rId2"/>
          <a:stretch>
            <a:fillRect/>
          </a:stretch>
        </p:blipFill>
        <p:spPr>
          <a:xfrm>
            <a:off x="10052724" y="265871"/>
            <a:ext cx="738848" cy="1304242"/>
          </a:xfrm>
          <a:prstGeom prst="rect">
            <a:avLst/>
          </a:prstGeom>
        </p:spPr>
      </p:pic>
      <p:pic>
        <p:nvPicPr>
          <p:cNvPr id="97" name="Picture 96">
            <a:extLst>
              <a:ext uri="{FF2B5EF4-FFF2-40B4-BE49-F238E27FC236}">
                <a16:creationId xmlns:a16="http://schemas.microsoft.com/office/drawing/2014/main" id="{365EA7EE-3743-43BF-B004-7B161A6E64D4}"/>
              </a:ext>
            </a:extLst>
          </p:cNvPr>
          <p:cNvPicPr>
            <a:picLocks noChangeAspect="1"/>
          </p:cNvPicPr>
          <p:nvPr/>
        </p:nvPicPr>
        <p:blipFill>
          <a:blip r:embed="rId2"/>
          <a:stretch>
            <a:fillRect/>
          </a:stretch>
        </p:blipFill>
        <p:spPr>
          <a:xfrm>
            <a:off x="10723452" y="436832"/>
            <a:ext cx="472476" cy="929519"/>
          </a:xfrm>
          <a:prstGeom prst="rect">
            <a:avLst/>
          </a:prstGeom>
        </p:spPr>
      </p:pic>
      <p:pic>
        <p:nvPicPr>
          <p:cNvPr id="98" name="Picture 97">
            <a:extLst>
              <a:ext uri="{FF2B5EF4-FFF2-40B4-BE49-F238E27FC236}">
                <a16:creationId xmlns:a16="http://schemas.microsoft.com/office/drawing/2014/main" id="{A73A9D7A-44E2-4288-956D-97D13023D667}"/>
              </a:ext>
            </a:extLst>
          </p:cNvPr>
          <p:cNvPicPr>
            <a:picLocks noChangeAspect="1"/>
          </p:cNvPicPr>
          <p:nvPr/>
        </p:nvPicPr>
        <p:blipFill>
          <a:blip r:embed="rId2"/>
          <a:stretch>
            <a:fillRect/>
          </a:stretch>
        </p:blipFill>
        <p:spPr>
          <a:xfrm>
            <a:off x="11201634" y="430955"/>
            <a:ext cx="587201" cy="935396"/>
          </a:xfrm>
          <a:prstGeom prst="rect">
            <a:avLst/>
          </a:prstGeom>
        </p:spPr>
      </p:pic>
      <p:sp>
        <p:nvSpPr>
          <p:cNvPr id="99" name="Isosceles Triangle 98">
            <a:extLst>
              <a:ext uri="{FF2B5EF4-FFF2-40B4-BE49-F238E27FC236}">
                <a16:creationId xmlns:a16="http://schemas.microsoft.com/office/drawing/2014/main" id="{9C570991-A25D-4F57-B8FF-811105B30827}"/>
              </a:ext>
            </a:extLst>
          </p:cNvPr>
          <p:cNvSpPr/>
          <p:nvPr/>
        </p:nvSpPr>
        <p:spPr>
          <a:xfrm>
            <a:off x="10315468" y="1521730"/>
            <a:ext cx="213360" cy="175596"/>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grpSp>
        <p:nvGrpSpPr>
          <p:cNvPr id="72" name="Group 71">
            <a:extLst>
              <a:ext uri="{FF2B5EF4-FFF2-40B4-BE49-F238E27FC236}">
                <a16:creationId xmlns:a16="http://schemas.microsoft.com/office/drawing/2014/main" id="{A6F931F9-BAE2-4F52-BC15-529545D70DEE}"/>
              </a:ext>
            </a:extLst>
          </p:cNvPr>
          <p:cNvGrpSpPr/>
          <p:nvPr/>
        </p:nvGrpSpPr>
        <p:grpSpPr>
          <a:xfrm>
            <a:off x="288054" y="391276"/>
            <a:ext cx="352425" cy="336551"/>
            <a:chOff x="288054" y="391276"/>
            <a:chExt cx="352425" cy="336551"/>
          </a:xfrm>
        </p:grpSpPr>
        <p:sp>
          <p:nvSpPr>
            <p:cNvPr id="100" name="Rectangle: Rounded Corners 99">
              <a:extLst>
                <a:ext uri="{FF2B5EF4-FFF2-40B4-BE49-F238E27FC236}">
                  <a16:creationId xmlns:a16="http://schemas.microsoft.com/office/drawing/2014/main" id="{061980F9-A541-4B7B-ACEA-141ECCAED2AA}"/>
                </a:ext>
              </a:extLst>
            </p:cNvPr>
            <p:cNvSpPr/>
            <p:nvPr/>
          </p:nvSpPr>
          <p:spPr>
            <a:xfrm>
              <a:off x="288054" y="391276"/>
              <a:ext cx="352425" cy="69853"/>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101" name="Rectangle: Rounded Corners 100">
              <a:extLst>
                <a:ext uri="{FF2B5EF4-FFF2-40B4-BE49-F238E27FC236}">
                  <a16:creationId xmlns:a16="http://schemas.microsoft.com/office/drawing/2014/main" id="{83341450-D029-48FE-BBD3-93693A7FE489}"/>
                </a:ext>
              </a:extLst>
            </p:cNvPr>
            <p:cNvSpPr/>
            <p:nvPr/>
          </p:nvSpPr>
          <p:spPr>
            <a:xfrm>
              <a:off x="288054" y="524625"/>
              <a:ext cx="352425" cy="69853"/>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102" name="Rectangle: Rounded Corners 101">
              <a:extLst>
                <a:ext uri="{FF2B5EF4-FFF2-40B4-BE49-F238E27FC236}">
                  <a16:creationId xmlns:a16="http://schemas.microsoft.com/office/drawing/2014/main" id="{6D87AE08-A942-4FC7-839E-F9BDA5C22318}"/>
                </a:ext>
              </a:extLst>
            </p:cNvPr>
            <p:cNvSpPr/>
            <p:nvPr/>
          </p:nvSpPr>
          <p:spPr>
            <a:xfrm>
              <a:off x="288054" y="657974"/>
              <a:ext cx="352425" cy="69853"/>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dirty="0"/>
            </a:p>
          </p:txBody>
        </p:sp>
      </p:grpSp>
      <p:grpSp>
        <p:nvGrpSpPr>
          <p:cNvPr id="112" name="Group 111">
            <a:extLst>
              <a:ext uri="{FF2B5EF4-FFF2-40B4-BE49-F238E27FC236}">
                <a16:creationId xmlns:a16="http://schemas.microsoft.com/office/drawing/2014/main" id="{5D1E299D-2675-4DDA-8B32-0DCF86B59B5C}"/>
              </a:ext>
            </a:extLst>
          </p:cNvPr>
          <p:cNvGrpSpPr/>
          <p:nvPr/>
        </p:nvGrpSpPr>
        <p:grpSpPr>
          <a:xfrm>
            <a:off x="12391672" y="1792306"/>
            <a:ext cx="2244525" cy="4529800"/>
            <a:chOff x="8997543" y="1739138"/>
            <a:chExt cx="2244525" cy="4529800"/>
          </a:xfrm>
        </p:grpSpPr>
        <p:grpSp>
          <p:nvGrpSpPr>
            <p:cNvPr id="113" name="Group 112">
              <a:extLst>
                <a:ext uri="{FF2B5EF4-FFF2-40B4-BE49-F238E27FC236}">
                  <a16:creationId xmlns:a16="http://schemas.microsoft.com/office/drawing/2014/main" id="{1BC25079-D2E8-4237-A933-5508A384D742}"/>
                </a:ext>
              </a:extLst>
            </p:cNvPr>
            <p:cNvGrpSpPr/>
            <p:nvPr/>
          </p:nvGrpSpPr>
          <p:grpSpPr>
            <a:xfrm>
              <a:off x="8997543" y="1739138"/>
              <a:ext cx="2244525" cy="4529800"/>
              <a:chOff x="8997543" y="1739138"/>
              <a:chExt cx="2244525" cy="4529800"/>
            </a:xfrm>
          </p:grpSpPr>
          <p:sp>
            <p:nvSpPr>
              <p:cNvPr id="115" name="Rectangle: Rounded Corners 114">
                <a:extLst>
                  <a:ext uri="{FF2B5EF4-FFF2-40B4-BE49-F238E27FC236}">
                    <a16:creationId xmlns:a16="http://schemas.microsoft.com/office/drawing/2014/main" id="{11FA2F86-E947-4C1D-AF8F-011E1663B67F}"/>
                  </a:ext>
                </a:extLst>
              </p:cNvPr>
              <p:cNvSpPr/>
              <p:nvPr/>
            </p:nvSpPr>
            <p:spPr>
              <a:xfrm>
                <a:off x="9062336" y="1739138"/>
                <a:ext cx="2114942" cy="4529800"/>
              </a:xfrm>
              <a:prstGeom prst="roundRect">
                <a:avLst/>
              </a:prstGeom>
              <a:blipFill dpi="0" rotWithShape="1">
                <a:blip r:embed="rId2">
                  <a:alphaModFix/>
                  <a:extLst>
                    <a:ext uri="{28A0092B-C50C-407E-A947-70E740481C1C}">
                      <a14:useLocalDpi xmlns:a14="http://schemas.microsoft.com/office/drawing/2010/main" val="0"/>
                    </a:ext>
                  </a:extLst>
                </a:blip>
                <a:srcRect/>
                <a:stretch>
                  <a:fillRect/>
                </a:stretch>
              </a:blipFill>
              <a:ln>
                <a:noFill/>
              </a:ln>
              <a:effectLst>
                <a:outerShdw blurRad="50800" dist="50800" dir="5400000" algn="ctr" rotWithShape="0">
                  <a:srgbClr val="000000">
                    <a:alpha val="5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dirty="0"/>
              </a:p>
            </p:txBody>
          </p:sp>
          <p:sp>
            <p:nvSpPr>
              <p:cNvPr id="116" name="Rectangle: Rounded Corners 115">
                <a:extLst>
                  <a:ext uri="{FF2B5EF4-FFF2-40B4-BE49-F238E27FC236}">
                    <a16:creationId xmlns:a16="http://schemas.microsoft.com/office/drawing/2014/main" id="{47A7BB6D-151D-4E98-85E7-D20D07F3AE0B}"/>
                  </a:ext>
                </a:extLst>
              </p:cNvPr>
              <p:cNvSpPr/>
              <p:nvPr/>
            </p:nvSpPr>
            <p:spPr>
              <a:xfrm>
                <a:off x="9748078" y="6076950"/>
                <a:ext cx="743457" cy="76198"/>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117" name="TextBox 116">
                <a:extLst>
                  <a:ext uri="{FF2B5EF4-FFF2-40B4-BE49-F238E27FC236}">
                    <a16:creationId xmlns:a16="http://schemas.microsoft.com/office/drawing/2014/main" id="{C62A39A5-F6A6-4EB6-BD94-152DDCE6585D}"/>
                  </a:ext>
                </a:extLst>
              </p:cNvPr>
              <p:cNvSpPr txBox="1"/>
              <p:nvPr/>
            </p:nvSpPr>
            <p:spPr>
              <a:xfrm>
                <a:off x="8997543" y="5015120"/>
                <a:ext cx="2244525" cy="1015663"/>
              </a:xfrm>
              <a:prstGeom prst="rect">
                <a:avLst/>
              </a:prstGeom>
              <a:noFill/>
            </p:spPr>
            <p:txBody>
              <a:bodyPr wrap="none" rtlCol="0">
                <a:spAutoFit/>
              </a:bodyPr>
              <a:lstStyle/>
              <a:p>
                <a:r>
                  <a:rPr lang="en-MY" sz="6000" dirty="0">
                    <a:solidFill>
                      <a:schemeClr val="bg1"/>
                    </a:solidFill>
                    <a:latin typeface="Abadi" panose="020B0604020104020204" pitchFamily="34" charset="0"/>
                  </a:rPr>
                  <a:t>bunga</a:t>
                </a:r>
                <a:endParaRPr lang="en-MY" dirty="0">
                  <a:solidFill>
                    <a:schemeClr val="bg1"/>
                  </a:solidFill>
                  <a:latin typeface="Abadi" panose="020B0604020104020204" pitchFamily="34" charset="0"/>
                </a:endParaRPr>
              </a:p>
            </p:txBody>
          </p:sp>
          <p:sp>
            <p:nvSpPr>
              <p:cNvPr id="118" name="TextBox 117">
                <a:extLst>
                  <a:ext uri="{FF2B5EF4-FFF2-40B4-BE49-F238E27FC236}">
                    <a16:creationId xmlns:a16="http://schemas.microsoft.com/office/drawing/2014/main" id="{8DB6825D-8232-4675-8D7B-767A9A3511C5}"/>
                  </a:ext>
                </a:extLst>
              </p:cNvPr>
              <p:cNvSpPr txBox="1"/>
              <p:nvPr/>
            </p:nvSpPr>
            <p:spPr>
              <a:xfrm>
                <a:off x="9043600" y="4940970"/>
                <a:ext cx="833883" cy="369332"/>
              </a:xfrm>
              <a:prstGeom prst="rect">
                <a:avLst/>
              </a:prstGeom>
              <a:noFill/>
            </p:spPr>
            <p:txBody>
              <a:bodyPr wrap="none" rtlCol="0">
                <a:spAutoFit/>
              </a:bodyPr>
              <a:lstStyle/>
              <a:p>
                <a:r>
                  <a:rPr lang="en-MY" dirty="0">
                    <a:solidFill>
                      <a:schemeClr val="bg1"/>
                    </a:solidFill>
                    <a:latin typeface="Abadi" panose="020B0604020104020204" pitchFamily="34" charset="0"/>
                  </a:rPr>
                  <a:t>rapper</a:t>
                </a:r>
              </a:p>
            </p:txBody>
          </p:sp>
        </p:grpSp>
        <p:pic>
          <p:nvPicPr>
            <p:cNvPr id="114" name="Graphic 113" descr="Frangipani with solid fill">
              <a:extLst>
                <a:ext uri="{FF2B5EF4-FFF2-40B4-BE49-F238E27FC236}">
                  <a16:creationId xmlns:a16="http://schemas.microsoft.com/office/drawing/2014/main" id="{EFCCF0DB-C814-4C7E-9C4D-C5C52EAA4177}"/>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9721288" y="2633152"/>
              <a:ext cx="914400" cy="914400"/>
            </a:xfrm>
            <a:prstGeom prst="rect">
              <a:avLst/>
            </a:prstGeom>
          </p:spPr>
        </p:pic>
      </p:grpSp>
      <p:grpSp>
        <p:nvGrpSpPr>
          <p:cNvPr id="119" name="Group 118">
            <a:extLst>
              <a:ext uri="{FF2B5EF4-FFF2-40B4-BE49-F238E27FC236}">
                <a16:creationId xmlns:a16="http://schemas.microsoft.com/office/drawing/2014/main" id="{54A2EAA6-B772-4F26-BC20-156CAE3B4DBC}"/>
              </a:ext>
            </a:extLst>
          </p:cNvPr>
          <p:cNvGrpSpPr/>
          <p:nvPr/>
        </p:nvGrpSpPr>
        <p:grpSpPr>
          <a:xfrm>
            <a:off x="12214141" y="1697326"/>
            <a:ext cx="2114942" cy="4529800"/>
            <a:chOff x="6357238" y="1739138"/>
            <a:chExt cx="2114942" cy="4529800"/>
          </a:xfrm>
        </p:grpSpPr>
        <p:grpSp>
          <p:nvGrpSpPr>
            <p:cNvPr id="120" name="Group 119">
              <a:extLst>
                <a:ext uri="{FF2B5EF4-FFF2-40B4-BE49-F238E27FC236}">
                  <a16:creationId xmlns:a16="http://schemas.microsoft.com/office/drawing/2014/main" id="{CBE244E7-CCF9-4582-BC09-432DD4461828}"/>
                </a:ext>
              </a:extLst>
            </p:cNvPr>
            <p:cNvGrpSpPr/>
            <p:nvPr/>
          </p:nvGrpSpPr>
          <p:grpSpPr>
            <a:xfrm>
              <a:off x="6357238" y="1739138"/>
              <a:ext cx="2114942" cy="4529800"/>
              <a:chOff x="6357238" y="1739138"/>
              <a:chExt cx="2114942" cy="4529800"/>
            </a:xfrm>
          </p:grpSpPr>
          <p:sp>
            <p:nvSpPr>
              <p:cNvPr id="122" name="Rectangle: Rounded Corners 121">
                <a:extLst>
                  <a:ext uri="{FF2B5EF4-FFF2-40B4-BE49-F238E27FC236}">
                    <a16:creationId xmlns:a16="http://schemas.microsoft.com/office/drawing/2014/main" id="{63A32C27-860B-4853-90B4-30D04888454B}"/>
                  </a:ext>
                </a:extLst>
              </p:cNvPr>
              <p:cNvSpPr/>
              <p:nvPr/>
            </p:nvSpPr>
            <p:spPr>
              <a:xfrm>
                <a:off x="6357238" y="1739138"/>
                <a:ext cx="2114942" cy="4529800"/>
              </a:xfrm>
              <a:prstGeom prst="roundRect">
                <a:avLst/>
              </a:prstGeom>
              <a:blipFill dpi="0" rotWithShape="1">
                <a:blip r:embed="rId2">
                  <a:alphaModFix/>
                  <a:extLst>
                    <a:ext uri="{28A0092B-C50C-407E-A947-70E740481C1C}">
                      <a14:useLocalDpi xmlns:a14="http://schemas.microsoft.com/office/drawing/2010/main" val="0"/>
                    </a:ext>
                  </a:extLst>
                </a:blip>
                <a:srcRect/>
                <a:stretch>
                  <a:fillRect/>
                </a:stretch>
              </a:blipFill>
              <a:ln>
                <a:noFill/>
              </a:ln>
              <a:effectLst>
                <a:outerShdw blurRad="50800" dist="50800" dir="5400000" algn="ctr" rotWithShape="0">
                  <a:srgbClr val="000000">
                    <a:alpha val="5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dirty="0"/>
              </a:p>
            </p:txBody>
          </p:sp>
          <p:sp>
            <p:nvSpPr>
              <p:cNvPr id="123" name="Rectangle: Rounded Corners 122">
                <a:extLst>
                  <a:ext uri="{FF2B5EF4-FFF2-40B4-BE49-F238E27FC236}">
                    <a16:creationId xmlns:a16="http://schemas.microsoft.com/office/drawing/2014/main" id="{F224FADB-9D73-4A54-9EA7-76D9DDEA6A94}"/>
                  </a:ext>
                </a:extLst>
              </p:cNvPr>
              <p:cNvSpPr/>
              <p:nvPr/>
            </p:nvSpPr>
            <p:spPr>
              <a:xfrm>
                <a:off x="7042980" y="6038851"/>
                <a:ext cx="743457" cy="76198"/>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124" name="TextBox 123">
                <a:extLst>
                  <a:ext uri="{FF2B5EF4-FFF2-40B4-BE49-F238E27FC236}">
                    <a16:creationId xmlns:a16="http://schemas.microsoft.com/office/drawing/2014/main" id="{971BB246-B719-4CC7-86C5-8AC6CDAB67D4}"/>
                  </a:ext>
                </a:extLst>
              </p:cNvPr>
              <p:cNvSpPr txBox="1"/>
              <p:nvPr/>
            </p:nvSpPr>
            <p:spPr>
              <a:xfrm>
                <a:off x="6575915" y="4950493"/>
                <a:ext cx="1596912" cy="1107996"/>
              </a:xfrm>
              <a:prstGeom prst="rect">
                <a:avLst/>
              </a:prstGeom>
              <a:noFill/>
            </p:spPr>
            <p:txBody>
              <a:bodyPr wrap="none" rtlCol="0">
                <a:spAutoFit/>
              </a:bodyPr>
              <a:lstStyle/>
              <a:p>
                <a:r>
                  <a:rPr lang="en-MY" sz="6600" dirty="0">
                    <a:solidFill>
                      <a:schemeClr val="bg1"/>
                    </a:solidFill>
                    <a:latin typeface="Abadi" panose="020B0604020104020204" pitchFamily="34" charset="0"/>
                  </a:rPr>
                  <a:t>tree</a:t>
                </a:r>
                <a:endParaRPr lang="en-MY" dirty="0">
                  <a:solidFill>
                    <a:schemeClr val="bg1"/>
                  </a:solidFill>
                  <a:latin typeface="Abadi" panose="020B0604020104020204" pitchFamily="34" charset="0"/>
                </a:endParaRPr>
              </a:p>
            </p:txBody>
          </p:sp>
          <p:sp>
            <p:nvSpPr>
              <p:cNvPr id="125" name="TextBox 124">
                <a:extLst>
                  <a:ext uri="{FF2B5EF4-FFF2-40B4-BE49-F238E27FC236}">
                    <a16:creationId xmlns:a16="http://schemas.microsoft.com/office/drawing/2014/main" id="{3D5D5D05-D6F9-45F0-A005-0B1CDB97DECB}"/>
                  </a:ext>
                </a:extLst>
              </p:cNvPr>
              <p:cNvSpPr txBox="1"/>
              <p:nvPr/>
            </p:nvSpPr>
            <p:spPr>
              <a:xfrm>
                <a:off x="6616252" y="4950493"/>
                <a:ext cx="647934" cy="369332"/>
              </a:xfrm>
              <a:prstGeom prst="rect">
                <a:avLst/>
              </a:prstGeom>
              <a:noFill/>
            </p:spPr>
            <p:txBody>
              <a:bodyPr wrap="none" rtlCol="0">
                <a:spAutoFit/>
              </a:bodyPr>
              <a:lstStyle/>
              <a:p>
                <a:r>
                  <a:rPr lang="en-MY" dirty="0">
                    <a:solidFill>
                      <a:schemeClr val="bg1"/>
                    </a:solidFill>
                    <a:latin typeface="Abadi" panose="020B0604020104020204" pitchFamily="34" charset="0"/>
                  </a:rPr>
                  <a:t>lama</a:t>
                </a:r>
              </a:p>
            </p:txBody>
          </p:sp>
        </p:grpSp>
        <p:pic>
          <p:nvPicPr>
            <p:cNvPr id="121" name="Graphic 120" descr="Tree With Roots with solid fill">
              <a:extLst>
                <a:ext uri="{FF2B5EF4-FFF2-40B4-BE49-F238E27FC236}">
                  <a16:creationId xmlns:a16="http://schemas.microsoft.com/office/drawing/2014/main" id="{DE1DE721-B314-4CB0-B157-984849A11563}"/>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6940219" y="2615019"/>
              <a:ext cx="914400" cy="914400"/>
            </a:xfrm>
            <a:prstGeom prst="rect">
              <a:avLst/>
            </a:prstGeom>
          </p:spPr>
        </p:pic>
      </p:grpSp>
    </p:spTree>
    <p:extLst>
      <p:ext uri="{BB962C8B-B14F-4D97-AF65-F5344CB8AC3E}">
        <p14:creationId xmlns:p14="http://schemas.microsoft.com/office/powerpoint/2010/main" val="392625329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advTm="1000">
        <p159:morph option="byObject"/>
      </p:transition>
    </mc:Choice>
    <mc:Fallback xmlns="">
      <p:transition spd="slow" advTm="1000">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F1923"/>
        </a:solidFill>
        <a:effectLst/>
      </p:bgPr>
    </p:bg>
    <p:spTree>
      <p:nvGrpSpPr>
        <p:cNvPr id="1" name=""/>
        <p:cNvGrpSpPr/>
        <p:nvPr/>
      </p:nvGrpSpPr>
      <p:grpSpPr>
        <a:xfrm>
          <a:off x="0" y="0"/>
          <a:ext cx="0" cy="0"/>
          <a:chOff x="0" y="0"/>
          <a:chExt cx="0" cy="0"/>
        </a:xfrm>
      </p:grpSpPr>
      <p:pic>
        <p:nvPicPr>
          <p:cNvPr id="56" name="Picture 55">
            <a:extLst>
              <a:ext uri="{FF2B5EF4-FFF2-40B4-BE49-F238E27FC236}">
                <a16:creationId xmlns:a16="http://schemas.microsoft.com/office/drawing/2014/main" id="{70994EBA-65C3-4260-BE89-F1F00C5A43DB}"/>
              </a:ext>
            </a:extLst>
          </p:cNvPr>
          <p:cNvPicPr>
            <a:picLocks noChangeAspect="1"/>
          </p:cNvPicPr>
          <p:nvPr/>
        </p:nvPicPr>
        <p:blipFill rotWithShape="1">
          <a:blip r:embed="rId2"/>
          <a:srcRect l="26556" t="12295" b="8418"/>
          <a:stretch/>
        </p:blipFill>
        <p:spPr>
          <a:xfrm>
            <a:off x="0" y="0"/>
            <a:ext cx="3334330" cy="6858000"/>
          </a:xfrm>
          <a:prstGeom prst="rect">
            <a:avLst/>
          </a:prstGeom>
        </p:spPr>
      </p:pic>
      <p:grpSp>
        <p:nvGrpSpPr>
          <p:cNvPr id="37" name="Group 36">
            <a:extLst>
              <a:ext uri="{FF2B5EF4-FFF2-40B4-BE49-F238E27FC236}">
                <a16:creationId xmlns:a16="http://schemas.microsoft.com/office/drawing/2014/main" id="{E16ED37C-48FD-478E-89B1-2E2E69AFE689}"/>
              </a:ext>
            </a:extLst>
          </p:cNvPr>
          <p:cNvGrpSpPr/>
          <p:nvPr/>
        </p:nvGrpSpPr>
        <p:grpSpPr>
          <a:xfrm>
            <a:off x="108815" y="1492833"/>
            <a:ext cx="2114942" cy="4529800"/>
            <a:chOff x="6357238" y="1739138"/>
            <a:chExt cx="2114942" cy="4529800"/>
          </a:xfrm>
        </p:grpSpPr>
        <p:grpSp>
          <p:nvGrpSpPr>
            <p:cNvPr id="38" name="Group 37">
              <a:extLst>
                <a:ext uri="{FF2B5EF4-FFF2-40B4-BE49-F238E27FC236}">
                  <a16:creationId xmlns:a16="http://schemas.microsoft.com/office/drawing/2014/main" id="{CB00429F-CF26-4787-8E08-D6A6E1F69B1B}"/>
                </a:ext>
              </a:extLst>
            </p:cNvPr>
            <p:cNvGrpSpPr/>
            <p:nvPr/>
          </p:nvGrpSpPr>
          <p:grpSpPr>
            <a:xfrm>
              <a:off x="6357238" y="1739138"/>
              <a:ext cx="2114942" cy="4529800"/>
              <a:chOff x="6357238" y="1739138"/>
              <a:chExt cx="2114942" cy="4529800"/>
            </a:xfrm>
          </p:grpSpPr>
          <p:sp>
            <p:nvSpPr>
              <p:cNvPr id="40" name="Rectangle: Rounded Corners 39">
                <a:extLst>
                  <a:ext uri="{FF2B5EF4-FFF2-40B4-BE49-F238E27FC236}">
                    <a16:creationId xmlns:a16="http://schemas.microsoft.com/office/drawing/2014/main" id="{7892C463-70A2-4530-A742-BBD91461B8FE}"/>
                  </a:ext>
                </a:extLst>
              </p:cNvPr>
              <p:cNvSpPr/>
              <p:nvPr/>
            </p:nvSpPr>
            <p:spPr>
              <a:xfrm>
                <a:off x="6357238" y="1739138"/>
                <a:ext cx="2114942" cy="4529800"/>
              </a:xfrm>
              <a:prstGeom prst="roundRect">
                <a:avLst/>
              </a:prstGeom>
              <a:blipFill dpi="0" rotWithShape="1">
                <a:blip r:embed="rId2">
                  <a:alphaModFix/>
                  <a:extLst>
                    <a:ext uri="{28A0092B-C50C-407E-A947-70E740481C1C}">
                      <a14:useLocalDpi xmlns:a14="http://schemas.microsoft.com/office/drawing/2010/main" val="0"/>
                    </a:ext>
                  </a:extLst>
                </a:blip>
                <a:srcRect/>
                <a:stretch>
                  <a:fillRect/>
                </a:stretch>
              </a:blipFill>
              <a:ln>
                <a:noFill/>
              </a:ln>
              <a:effectLst>
                <a:outerShdw blurRad="50800" dist="50800" dir="5400000" algn="ctr" rotWithShape="0">
                  <a:srgbClr val="000000">
                    <a:alpha val="5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dirty="0"/>
              </a:p>
            </p:txBody>
          </p:sp>
          <p:sp>
            <p:nvSpPr>
              <p:cNvPr id="41" name="Rectangle: Rounded Corners 40">
                <a:extLst>
                  <a:ext uri="{FF2B5EF4-FFF2-40B4-BE49-F238E27FC236}">
                    <a16:creationId xmlns:a16="http://schemas.microsoft.com/office/drawing/2014/main" id="{862BDA1E-8680-4945-BE50-C5E0A74FB21C}"/>
                  </a:ext>
                </a:extLst>
              </p:cNvPr>
              <p:cNvSpPr/>
              <p:nvPr/>
            </p:nvSpPr>
            <p:spPr>
              <a:xfrm>
                <a:off x="7042980" y="6038851"/>
                <a:ext cx="743457" cy="76198"/>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42" name="TextBox 41">
                <a:extLst>
                  <a:ext uri="{FF2B5EF4-FFF2-40B4-BE49-F238E27FC236}">
                    <a16:creationId xmlns:a16="http://schemas.microsoft.com/office/drawing/2014/main" id="{363327A7-E25D-4B2E-8BED-C673594F88CE}"/>
                  </a:ext>
                </a:extLst>
              </p:cNvPr>
              <p:cNvSpPr txBox="1"/>
              <p:nvPr/>
            </p:nvSpPr>
            <p:spPr>
              <a:xfrm>
                <a:off x="6575915" y="4950493"/>
                <a:ext cx="1596912" cy="1107996"/>
              </a:xfrm>
              <a:prstGeom prst="rect">
                <a:avLst/>
              </a:prstGeom>
              <a:noFill/>
            </p:spPr>
            <p:txBody>
              <a:bodyPr wrap="none" rtlCol="0">
                <a:spAutoFit/>
              </a:bodyPr>
              <a:lstStyle/>
              <a:p>
                <a:r>
                  <a:rPr lang="en-MY" sz="6600" dirty="0">
                    <a:solidFill>
                      <a:schemeClr val="bg1"/>
                    </a:solidFill>
                    <a:latin typeface="Abadi" panose="020B0604020104020204" pitchFamily="34" charset="0"/>
                  </a:rPr>
                  <a:t>tree</a:t>
                </a:r>
                <a:endParaRPr lang="en-MY" dirty="0">
                  <a:solidFill>
                    <a:schemeClr val="bg1"/>
                  </a:solidFill>
                  <a:latin typeface="Abadi" panose="020B0604020104020204" pitchFamily="34" charset="0"/>
                </a:endParaRPr>
              </a:p>
            </p:txBody>
          </p:sp>
          <p:sp>
            <p:nvSpPr>
              <p:cNvPr id="43" name="TextBox 42">
                <a:extLst>
                  <a:ext uri="{FF2B5EF4-FFF2-40B4-BE49-F238E27FC236}">
                    <a16:creationId xmlns:a16="http://schemas.microsoft.com/office/drawing/2014/main" id="{8C094E52-9FFE-4DF6-A9C6-6F0D1D08BFD9}"/>
                  </a:ext>
                </a:extLst>
              </p:cNvPr>
              <p:cNvSpPr txBox="1"/>
              <p:nvPr/>
            </p:nvSpPr>
            <p:spPr>
              <a:xfrm>
                <a:off x="6616252" y="4950493"/>
                <a:ext cx="647934" cy="369332"/>
              </a:xfrm>
              <a:prstGeom prst="rect">
                <a:avLst/>
              </a:prstGeom>
              <a:noFill/>
            </p:spPr>
            <p:txBody>
              <a:bodyPr wrap="none" rtlCol="0">
                <a:spAutoFit/>
              </a:bodyPr>
              <a:lstStyle/>
              <a:p>
                <a:r>
                  <a:rPr lang="en-MY" dirty="0">
                    <a:solidFill>
                      <a:schemeClr val="bg1"/>
                    </a:solidFill>
                    <a:latin typeface="Abadi" panose="020B0604020104020204" pitchFamily="34" charset="0"/>
                  </a:rPr>
                  <a:t>lama</a:t>
                </a:r>
              </a:p>
            </p:txBody>
          </p:sp>
        </p:grpSp>
        <p:pic>
          <p:nvPicPr>
            <p:cNvPr id="39" name="Graphic 38" descr="Tree With Roots with solid fill">
              <a:extLst>
                <a:ext uri="{FF2B5EF4-FFF2-40B4-BE49-F238E27FC236}">
                  <a16:creationId xmlns:a16="http://schemas.microsoft.com/office/drawing/2014/main" id="{B916911F-DFCF-40C1-AE0D-4A4941268E45}"/>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6940219" y="2615019"/>
              <a:ext cx="914400" cy="914400"/>
            </a:xfrm>
            <a:prstGeom prst="rect">
              <a:avLst/>
            </a:prstGeom>
          </p:spPr>
        </p:pic>
      </p:grpSp>
      <p:grpSp>
        <p:nvGrpSpPr>
          <p:cNvPr id="30" name="Group 29">
            <a:extLst>
              <a:ext uri="{FF2B5EF4-FFF2-40B4-BE49-F238E27FC236}">
                <a16:creationId xmlns:a16="http://schemas.microsoft.com/office/drawing/2014/main" id="{D8E3E4AD-8DD3-4471-A711-15513212C897}"/>
              </a:ext>
            </a:extLst>
          </p:cNvPr>
          <p:cNvGrpSpPr/>
          <p:nvPr/>
        </p:nvGrpSpPr>
        <p:grpSpPr>
          <a:xfrm>
            <a:off x="570672" y="1582805"/>
            <a:ext cx="2244525" cy="4529800"/>
            <a:chOff x="8997543" y="1739138"/>
            <a:chExt cx="2244525" cy="4529800"/>
          </a:xfrm>
        </p:grpSpPr>
        <p:grpSp>
          <p:nvGrpSpPr>
            <p:cNvPr id="31" name="Group 30">
              <a:extLst>
                <a:ext uri="{FF2B5EF4-FFF2-40B4-BE49-F238E27FC236}">
                  <a16:creationId xmlns:a16="http://schemas.microsoft.com/office/drawing/2014/main" id="{B7E32FCC-758B-407D-AD7C-CCCB778ED9E6}"/>
                </a:ext>
              </a:extLst>
            </p:cNvPr>
            <p:cNvGrpSpPr/>
            <p:nvPr/>
          </p:nvGrpSpPr>
          <p:grpSpPr>
            <a:xfrm>
              <a:off x="8997543" y="1739138"/>
              <a:ext cx="2244525" cy="4529800"/>
              <a:chOff x="8997543" y="1739138"/>
              <a:chExt cx="2244525" cy="4529800"/>
            </a:xfrm>
          </p:grpSpPr>
          <p:sp>
            <p:nvSpPr>
              <p:cNvPr id="33" name="Rectangle: Rounded Corners 32">
                <a:extLst>
                  <a:ext uri="{FF2B5EF4-FFF2-40B4-BE49-F238E27FC236}">
                    <a16:creationId xmlns:a16="http://schemas.microsoft.com/office/drawing/2014/main" id="{6C8EA9F6-A4AD-4C27-A9AB-92BAB673C32B}"/>
                  </a:ext>
                </a:extLst>
              </p:cNvPr>
              <p:cNvSpPr/>
              <p:nvPr/>
            </p:nvSpPr>
            <p:spPr>
              <a:xfrm>
                <a:off x="9062336" y="1739138"/>
                <a:ext cx="2114942" cy="4529800"/>
              </a:xfrm>
              <a:prstGeom prst="roundRect">
                <a:avLst/>
              </a:prstGeom>
              <a:blipFill dpi="0" rotWithShape="1">
                <a:blip r:embed="rId2">
                  <a:alphaModFix/>
                  <a:extLst>
                    <a:ext uri="{28A0092B-C50C-407E-A947-70E740481C1C}">
                      <a14:useLocalDpi xmlns:a14="http://schemas.microsoft.com/office/drawing/2010/main" val="0"/>
                    </a:ext>
                  </a:extLst>
                </a:blip>
                <a:srcRect/>
                <a:stretch>
                  <a:fillRect/>
                </a:stretch>
              </a:blipFill>
              <a:ln>
                <a:noFill/>
              </a:ln>
              <a:effectLst>
                <a:outerShdw blurRad="50800" dist="50800" dir="5400000" algn="ctr" rotWithShape="0">
                  <a:srgbClr val="000000">
                    <a:alpha val="5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dirty="0"/>
              </a:p>
            </p:txBody>
          </p:sp>
          <p:sp>
            <p:nvSpPr>
              <p:cNvPr id="34" name="Rectangle: Rounded Corners 33">
                <a:extLst>
                  <a:ext uri="{FF2B5EF4-FFF2-40B4-BE49-F238E27FC236}">
                    <a16:creationId xmlns:a16="http://schemas.microsoft.com/office/drawing/2014/main" id="{0BA634A1-22C6-4543-A4D3-5B90D18938CA}"/>
                  </a:ext>
                </a:extLst>
              </p:cNvPr>
              <p:cNvSpPr/>
              <p:nvPr/>
            </p:nvSpPr>
            <p:spPr>
              <a:xfrm>
                <a:off x="9748078" y="6076950"/>
                <a:ext cx="743457" cy="76198"/>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35" name="TextBox 34">
                <a:extLst>
                  <a:ext uri="{FF2B5EF4-FFF2-40B4-BE49-F238E27FC236}">
                    <a16:creationId xmlns:a16="http://schemas.microsoft.com/office/drawing/2014/main" id="{63988659-B43F-44EA-A0DE-83782D751EF1}"/>
                  </a:ext>
                </a:extLst>
              </p:cNvPr>
              <p:cNvSpPr txBox="1"/>
              <p:nvPr/>
            </p:nvSpPr>
            <p:spPr>
              <a:xfrm>
                <a:off x="8997543" y="5015120"/>
                <a:ext cx="2244525" cy="1015663"/>
              </a:xfrm>
              <a:prstGeom prst="rect">
                <a:avLst/>
              </a:prstGeom>
              <a:noFill/>
            </p:spPr>
            <p:txBody>
              <a:bodyPr wrap="none" rtlCol="0">
                <a:spAutoFit/>
              </a:bodyPr>
              <a:lstStyle/>
              <a:p>
                <a:r>
                  <a:rPr lang="en-MY" sz="6000" dirty="0">
                    <a:solidFill>
                      <a:schemeClr val="bg1"/>
                    </a:solidFill>
                    <a:latin typeface="Abadi" panose="020B0604020104020204" pitchFamily="34" charset="0"/>
                  </a:rPr>
                  <a:t>bunga</a:t>
                </a:r>
                <a:endParaRPr lang="en-MY" dirty="0">
                  <a:solidFill>
                    <a:schemeClr val="bg1"/>
                  </a:solidFill>
                  <a:latin typeface="Abadi" panose="020B0604020104020204" pitchFamily="34" charset="0"/>
                </a:endParaRPr>
              </a:p>
            </p:txBody>
          </p:sp>
          <p:sp>
            <p:nvSpPr>
              <p:cNvPr id="36" name="TextBox 35">
                <a:extLst>
                  <a:ext uri="{FF2B5EF4-FFF2-40B4-BE49-F238E27FC236}">
                    <a16:creationId xmlns:a16="http://schemas.microsoft.com/office/drawing/2014/main" id="{D614CFB6-6AAA-4515-B6C1-3E5AC743DF0A}"/>
                  </a:ext>
                </a:extLst>
              </p:cNvPr>
              <p:cNvSpPr txBox="1"/>
              <p:nvPr/>
            </p:nvSpPr>
            <p:spPr>
              <a:xfrm>
                <a:off x="9043600" y="4940970"/>
                <a:ext cx="833883" cy="369332"/>
              </a:xfrm>
              <a:prstGeom prst="rect">
                <a:avLst/>
              </a:prstGeom>
              <a:noFill/>
            </p:spPr>
            <p:txBody>
              <a:bodyPr wrap="none" rtlCol="0">
                <a:spAutoFit/>
              </a:bodyPr>
              <a:lstStyle/>
              <a:p>
                <a:r>
                  <a:rPr lang="en-MY" dirty="0">
                    <a:solidFill>
                      <a:schemeClr val="bg1"/>
                    </a:solidFill>
                    <a:latin typeface="Abadi" panose="020B0604020104020204" pitchFamily="34" charset="0"/>
                  </a:rPr>
                  <a:t>rapper</a:t>
                </a:r>
              </a:p>
            </p:txBody>
          </p:sp>
        </p:grpSp>
        <p:pic>
          <p:nvPicPr>
            <p:cNvPr id="32" name="Graphic 31" descr="Frangipani with solid fill">
              <a:extLst>
                <a:ext uri="{FF2B5EF4-FFF2-40B4-BE49-F238E27FC236}">
                  <a16:creationId xmlns:a16="http://schemas.microsoft.com/office/drawing/2014/main" id="{08C423DF-B41A-4065-8159-D9EC34EAF2D1}"/>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9721288" y="2633152"/>
              <a:ext cx="914400" cy="914400"/>
            </a:xfrm>
            <a:prstGeom prst="rect">
              <a:avLst/>
            </a:prstGeom>
          </p:spPr>
        </p:pic>
      </p:grpSp>
      <p:sp>
        <p:nvSpPr>
          <p:cNvPr id="8" name="TextBox 7">
            <a:extLst>
              <a:ext uri="{FF2B5EF4-FFF2-40B4-BE49-F238E27FC236}">
                <a16:creationId xmlns:a16="http://schemas.microsoft.com/office/drawing/2014/main" id="{CD16682A-F438-48CB-991E-18C24605039C}"/>
              </a:ext>
            </a:extLst>
          </p:cNvPr>
          <p:cNvSpPr txBox="1"/>
          <p:nvPr/>
        </p:nvSpPr>
        <p:spPr>
          <a:xfrm>
            <a:off x="5279014" y="1618769"/>
            <a:ext cx="2906565" cy="769441"/>
          </a:xfrm>
          <a:prstGeom prst="rect">
            <a:avLst/>
          </a:prstGeom>
          <a:noFill/>
        </p:spPr>
        <p:txBody>
          <a:bodyPr wrap="none" rtlCol="0">
            <a:spAutoFit/>
          </a:bodyPr>
          <a:lstStyle/>
          <a:p>
            <a:r>
              <a:rPr lang="en-MY" sz="4400" b="1" dirty="0">
                <a:solidFill>
                  <a:schemeClr val="bg1"/>
                </a:solidFill>
                <a:latin typeface="Abadi" panose="020B0604020104020204" pitchFamily="34" charset="0"/>
              </a:rPr>
              <a:t>about fruits</a:t>
            </a:r>
          </a:p>
        </p:txBody>
      </p:sp>
      <p:sp>
        <p:nvSpPr>
          <p:cNvPr id="9" name="TextBox 8">
            <a:extLst>
              <a:ext uri="{FF2B5EF4-FFF2-40B4-BE49-F238E27FC236}">
                <a16:creationId xmlns:a16="http://schemas.microsoft.com/office/drawing/2014/main" id="{A08BFEA4-E7C4-4886-9DE7-E529D8A35A40}"/>
              </a:ext>
            </a:extLst>
          </p:cNvPr>
          <p:cNvSpPr txBox="1"/>
          <p:nvPr/>
        </p:nvSpPr>
        <p:spPr>
          <a:xfrm>
            <a:off x="5298055" y="2421730"/>
            <a:ext cx="3944166" cy="3693319"/>
          </a:xfrm>
          <a:prstGeom prst="rect">
            <a:avLst/>
          </a:prstGeom>
          <a:noFill/>
        </p:spPr>
        <p:txBody>
          <a:bodyPr wrap="square" rtlCol="0">
            <a:spAutoFit/>
          </a:bodyPr>
          <a:lstStyle/>
          <a:p>
            <a:pPr algn="just"/>
            <a:r>
              <a:rPr lang="en-US" dirty="0">
                <a:solidFill>
                  <a:schemeClr val="bg1">
                    <a:lumMod val="95000"/>
                  </a:schemeClr>
                </a:solidFill>
              </a:rPr>
              <a:t>A seed is an embryonic plant enclosed in a protective outer covering. The formation of the seed is part of the process of reproduction in seed plants, the spermatophytes, including the gymnosperm and angiosperm plants.</a:t>
            </a:r>
          </a:p>
          <a:p>
            <a:pPr algn="just"/>
            <a:endParaRPr lang="en-US" dirty="0">
              <a:solidFill>
                <a:schemeClr val="bg1">
                  <a:lumMod val="95000"/>
                </a:schemeClr>
              </a:solidFill>
            </a:endParaRPr>
          </a:p>
          <a:p>
            <a:pPr algn="just"/>
            <a:r>
              <a:rPr lang="en-US" dirty="0">
                <a:solidFill>
                  <a:schemeClr val="bg1">
                    <a:lumMod val="95000"/>
                  </a:schemeClr>
                </a:solidFill>
              </a:rPr>
              <a:t>Seeds are the product of the ripened ovule, after fertilization by pollen and some growth within the mother plant. The embryo develops from the zygote, and the seed coat from the integuments of the ovule.</a:t>
            </a:r>
            <a:endParaRPr lang="en-MY" dirty="0">
              <a:solidFill>
                <a:schemeClr val="bg1">
                  <a:lumMod val="95000"/>
                </a:schemeClr>
              </a:solidFill>
            </a:endParaRPr>
          </a:p>
        </p:txBody>
      </p:sp>
      <p:pic>
        <p:nvPicPr>
          <p:cNvPr id="11" name="Picture 10">
            <a:hlinkClick r:id="rId3" action="ppaction://hlinksldjump"/>
            <a:extLst>
              <a:ext uri="{FF2B5EF4-FFF2-40B4-BE49-F238E27FC236}">
                <a16:creationId xmlns:a16="http://schemas.microsoft.com/office/drawing/2014/main" id="{7522525B-964B-4412-823B-24CB6025B03B}"/>
              </a:ext>
            </a:extLst>
          </p:cNvPr>
          <p:cNvPicPr>
            <a:picLocks noChangeAspect="1"/>
          </p:cNvPicPr>
          <p:nvPr/>
        </p:nvPicPr>
        <p:blipFill>
          <a:blip r:embed="rId2"/>
          <a:stretch>
            <a:fillRect/>
          </a:stretch>
        </p:blipFill>
        <p:spPr>
          <a:xfrm>
            <a:off x="3510990" y="374833"/>
            <a:ext cx="1405336" cy="568571"/>
          </a:xfrm>
          <a:prstGeom prst="rect">
            <a:avLst/>
          </a:prstGeom>
        </p:spPr>
      </p:pic>
      <p:sp>
        <p:nvSpPr>
          <p:cNvPr id="20" name="Rectangle: Rounded Corners 19">
            <a:extLst>
              <a:ext uri="{FF2B5EF4-FFF2-40B4-BE49-F238E27FC236}">
                <a16:creationId xmlns:a16="http://schemas.microsoft.com/office/drawing/2014/main" id="{1B633A10-65B0-4DDA-ABB1-3C8F9C582970}"/>
              </a:ext>
            </a:extLst>
          </p:cNvPr>
          <p:cNvSpPr/>
          <p:nvPr/>
        </p:nvSpPr>
        <p:spPr>
          <a:xfrm>
            <a:off x="973973" y="475521"/>
            <a:ext cx="630301" cy="220134"/>
          </a:xfrm>
          <a:prstGeom prst="roundRect">
            <a:avLst>
              <a:gd name="adj" fmla="val 47436"/>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21" name="TextBox 20">
            <a:extLst>
              <a:ext uri="{FF2B5EF4-FFF2-40B4-BE49-F238E27FC236}">
                <a16:creationId xmlns:a16="http://schemas.microsoft.com/office/drawing/2014/main" id="{761BE441-CA43-4F85-BA30-E875CDB26229}"/>
              </a:ext>
            </a:extLst>
          </p:cNvPr>
          <p:cNvSpPr txBox="1"/>
          <p:nvPr/>
        </p:nvSpPr>
        <p:spPr>
          <a:xfrm>
            <a:off x="949070" y="388764"/>
            <a:ext cx="2561920" cy="369332"/>
          </a:xfrm>
          <a:prstGeom prst="rect">
            <a:avLst/>
          </a:prstGeom>
          <a:noFill/>
        </p:spPr>
        <p:txBody>
          <a:bodyPr wrap="none" rtlCol="0">
            <a:spAutoFit/>
          </a:bodyPr>
          <a:lstStyle/>
          <a:p>
            <a:r>
              <a:rPr lang="en-MY" dirty="0">
                <a:solidFill>
                  <a:schemeClr val="bg1"/>
                </a:solidFill>
                <a:latin typeface="Abadi" panose="020B0604020104020204" pitchFamily="34" charset="0"/>
              </a:rPr>
              <a:t>fruits  seed  tree  bunga</a:t>
            </a:r>
          </a:p>
        </p:txBody>
      </p:sp>
      <p:grpSp>
        <p:nvGrpSpPr>
          <p:cNvPr id="22" name="Group 21">
            <a:extLst>
              <a:ext uri="{FF2B5EF4-FFF2-40B4-BE49-F238E27FC236}">
                <a16:creationId xmlns:a16="http://schemas.microsoft.com/office/drawing/2014/main" id="{3E312913-2850-4AE0-8BAF-54A36561DE90}"/>
              </a:ext>
            </a:extLst>
          </p:cNvPr>
          <p:cNvGrpSpPr/>
          <p:nvPr/>
        </p:nvGrpSpPr>
        <p:grpSpPr>
          <a:xfrm>
            <a:off x="973974" y="1718600"/>
            <a:ext cx="2155690" cy="4529800"/>
            <a:chOff x="973974" y="1718600"/>
            <a:chExt cx="2155690" cy="4529800"/>
          </a:xfrm>
        </p:grpSpPr>
        <p:grpSp>
          <p:nvGrpSpPr>
            <p:cNvPr id="23" name="Group 22">
              <a:extLst>
                <a:ext uri="{FF2B5EF4-FFF2-40B4-BE49-F238E27FC236}">
                  <a16:creationId xmlns:a16="http://schemas.microsoft.com/office/drawing/2014/main" id="{72A71C7E-283B-411D-ABBD-CC1662499330}"/>
                </a:ext>
              </a:extLst>
            </p:cNvPr>
            <p:cNvGrpSpPr/>
            <p:nvPr/>
          </p:nvGrpSpPr>
          <p:grpSpPr>
            <a:xfrm>
              <a:off x="973974" y="1718600"/>
              <a:ext cx="2155690" cy="4529800"/>
              <a:chOff x="973974" y="1718600"/>
              <a:chExt cx="2155690" cy="4529800"/>
            </a:xfrm>
            <a:blipFill dpi="0" rotWithShape="1">
              <a:blip r:embed="rId2">
                <a:extLst>
                  <a:ext uri="{28A0092B-C50C-407E-A947-70E740481C1C}">
                    <a14:useLocalDpi xmlns:a14="http://schemas.microsoft.com/office/drawing/2010/main" val="0"/>
                  </a:ext>
                </a:extLst>
              </a:blip>
              <a:srcRect/>
              <a:stretch>
                <a:fillRect/>
              </a:stretch>
            </a:blipFill>
          </p:grpSpPr>
          <p:sp>
            <p:nvSpPr>
              <p:cNvPr id="26" name="Rectangle: Rounded Corners 25">
                <a:extLst>
                  <a:ext uri="{FF2B5EF4-FFF2-40B4-BE49-F238E27FC236}">
                    <a16:creationId xmlns:a16="http://schemas.microsoft.com/office/drawing/2014/main" id="{D3803F5B-F7DC-4656-9733-0C9F07D42949}"/>
                  </a:ext>
                </a:extLst>
              </p:cNvPr>
              <p:cNvSpPr/>
              <p:nvPr/>
            </p:nvSpPr>
            <p:spPr>
              <a:xfrm>
                <a:off x="1014722" y="1718600"/>
                <a:ext cx="2114942" cy="4529800"/>
              </a:xfrm>
              <a:prstGeom prst="roundRect">
                <a:avLst/>
              </a:prstGeom>
              <a:grpFill/>
              <a:ln>
                <a:noFill/>
              </a:ln>
              <a:effectLst>
                <a:outerShdw blurRad="50800" dist="50800" dir="5400000" algn="ctr" rotWithShape="0">
                  <a:srgbClr val="000000">
                    <a:alpha val="5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dirty="0"/>
              </a:p>
            </p:txBody>
          </p:sp>
          <p:sp>
            <p:nvSpPr>
              <p:cNvPr id="27" name="Rectangle: Rounded Corners 26">
                <a:extLst>
                  <a:ext uri="{FF2B5EF4-FFF2-40B4-BE49-F238E27FC236}">
                    <a16:creationId xmlns:a16="http://schemas.microsoft.com/office/drawing/2014/main" id="{A4E4BA1D-3154-43B9-A72A-0FE068AF41FE}"/>
                  </a:ext>
                </a:extLst>
              </p:cNvPr>
              <p:cNvSpPr/>
              <p:nvPr/>
            </p:nvSpPr>
            <p:spPr>
              <a:xfrm>
                <a:off x="1700464" y="6076950"/>
                <a:ext cx="743457" cy="76198"/>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28" name="TextBox 27">
                <a:extLst>
                  <a:ext uri="{FF2B5EF4-FFF2-40B4-BE49-F238E27FC236}">
                    <a16:creationId xmlns:a16="http://schemas.microsoft.com/office/drawing/2014/main" id="{C6921882-5777-4762-9902-6A72567EC15B}"/>
                  </a:ext>
                </a:extLst>
              </p:cNvPr>
              <p:cNvSpPr txBox="1"/>
              <p:nvPr/>
            </p:nvSpPr>
            <p:spPr>
              <a:xfrm>
                <a:off x="973974" y="4966035"/>
                <a:ext cx="1843774" cy="1015663"/>
              </a:xfrm>
              <a:prstGeom prst="rect">
                <a:avLst/>
              </a:prstGeom>
              <a:grpFill/>
            </p:spPr>
            <p:txBody>
              <a:bodyPr wrap="none" rtlCol="0">
                <a:spAutoFit/>
              </a:bodyPr>
              <a:lstStyle/>
              <a:p>
                <a:r>
                  <a:rPr lang="en-MY" sz="6000" dirty="0">
                    <a:solidFill>
                      <a:schemeClr val="bg1"/>
                    </a:solidFill>
                    <a:latin typeface="Abadi" panose="020B0604020104020204" pitchFamily="34" charset="0"/>
                  </a:rPr>
                  <a:t>fruits</a:t>
                </a:r>
                <a:endParaRPr lang="en-MY" dirty="0">
                  <a:solidFill>
                    <a:schemeClr val="bg1"/>
                  </a:solidFill>
                  <a:latin typeface="Abadi" panose="020B0604020104020204" pitchFamily="34" charset="0"/>
                </a:endParaRPr>
              </a:p>
            </p:txBody>
          </p:sp>
          <p:sp>
            <p:nvSpPr>
              <p:cNvPr id="29" name="TextBox 28">
                <a:extLst>
                  <a:ext uri="{FF2B5EF4-FFF2-40B4-BE49-F238E27FC236}">
                    <a16:creationId xmlns:a16="http://schemas.microsoft.com/office/drawing/2014/main" id="{B91FA107-5AE0-4472-91FE-B1ACBA1577E4}"/>
                  </a:ext>
                </a:extLst>
              </p:cNvPr>
              <p:cNvSpPr txBox="1"/>
              <p:nvPr/>
            </p:nvSpPr>
            <p:spPr>
              <a:xfrm>
                <a:off x="1014722" y="4896377"/>
                <a:ext cx="630301" cy="369332"/>
              </a:xfrm>
              <a:prstGeom prst="rect">
                <a:avLst/>
              </a:prstGeom>
              <a:noFill/>
            </p:spPr>
            <p:txBody>
              <a:bodyPr wrap="none" rtlCol="0">
                <a:spAutoFit/>
              </a:bodyPr>
              <a:lstStyle/>
              <a:p>
                <a:r>
                  <a:rPr lang="en-MY" dirty="0">
                    <a:solidFill>
                      <a:schemeClr val="bg1"/>
                    </a:solidFill>
                    <a:latin typeface="Abadi" panose="020B0604020104020204" pitchFamily="34" charset="0"/>
                  </a:rPr>
                  <a:t>baru</a:t>
                </a:r>
              </a:p>
            </p:txBody>
          </p:sp>
        </p:grpSp>
        <p:sp>
          <p:nvSpPr>
            <p:cNvPr id="24" name="Rectangle: Rounded Corners 23">
              <a:extLst>
                <a:ext uri="{FF2B5EF4-FFF2-40B4-BE49-F238E27FC236}">
                  <a16:creationId xmlns:a16="http://schemas.microsoft.com/office/drawing/2014/main" id="{8FD9AA24-C0D2-4B1F-B280-D237F7FBE25A}"/>
                </a:ext>
              </a:extLst>
            </p:cNvPr>
            <p:cNvSpPr/>
            <p:nvPr/>
          </p:nvSpPr>
          <p:spPr>
            <a:xfrm>
              <a:off x="1706111" y="5972378"/>
              <a:ext cx="743457" cy="76198"/>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pic>
          <p:nvPicPr>
            <p:cNvPr id="25" name="Graphic 24" descr="Blueberry with solid fill">
              <a:extLst>
                <a:ext uri="{FF2B5EF4-FFF2-40B4-BE49-F238E27FC236}">
                  <a16:creationId xmlns:a16="http://schemas.microsoft.com/office/drawing/2014/main" id="{FB2CB37D-73C4-4CC3-A4B9-2B8C2D2C3135}"/>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481811" y="2589204"/>
              <a:ext cx="1180759" cy="1180759"/>
            </a:xfrm>
            <a:prstGeom prst="rect">
              <a:avLst/>
            </a:prstGeom>
          </p:spPr>
        </p:pic>
      </p:grpSp>
      <p:grpSp>
        <p:nvGrpSpPr>
          <p:cNvPr id="44" name="Group 43">
            <a:extLst>
              <a:ext uri="{FF2B5EF4-FFF2-40B4-BE49-F238E27FC236}">
                <a16:creationId xmlns:a16="http://schemas.microsoft.com/office/drawing/2014/main" id="{D2E19066-8370-4477-9ADD-795040C6F0B7}"/>
              </a:ext>
            </a:extLst>
          </p:cNvPr>
          <p:cNvGrpSpPr/>
          <p:nvPr/>
        </p:nvGrpSpPr>
        <p:grpSpPr>
          <a:xfrm>
            <a:off x="-7668559" y="1739138"/>
            <a:ext cx="2114942" cy="4529800"/>
            <a:chOff x="3719822" y="1739138"/>
            <a:chExt cx="2114942" cy="4529800"/>
          </a:xfrm>
        </p:grpSpPr>
        <p:grpSp>
          <p:nvGrpSpPr>
            <p:cNvPr id="45" name="Group 44">
              <a:extLst>
                <a:ext uri="{FF2B5EF4-FFF2-40B4-BE49-F238E27FC236}">
                  <a16:creationId xmlns:a16="http://schemas.microsoft.com/office/drawing/2014/main" id="{3CDB71E7-326D-45CF-8118-DEFF9FA5D89E}"/>
                </a:ext>
              </a:extLst>
            </p:cNvPr>
            <p:cNvGrpSpPr/>
            <p:nvPr/>
          </p:nvGrpSpPr>
          <p:grpSpPr>
            <a:xfrm>
              <a:off x="3719822" y="1739138"/>
              <a:ext cx="2114942" cy="4529800"/>
              <a:chOff x="3719822" y="1739138"/>
              <a:chExt cx="2114942" cy="4529800"/>
            </a:xfrm>
          </p:grpSpPr>
          <p:sp>
            <p:nvSpPr>
              <p:cNvPr id="47" name="Rectangle: Rounded Corners 46">
                <a:extLst>
                  <a:ext uri="{FF2B5EF4-FFF2-40B4-BE49-F238E27FC236}">
                    <a16:creationId xmlns:a16="http://schemas.microsoft.com/office/drawing/2014/main" id="{AF75067D-3471-48FF-8E12-AEA5D4906DA5}"/>
                  </a:ext>
                </a:extLst>
              </p:cNvPr>
              <p:cNvSpPr/>
              <p:nvPr/>
            </p:nvSpPr>
            <p:spPr>
              <a:xfrm>
                <a:off x="3719822" y="1739138"/>
                <a:ext cx="2114942" cy="4529800"/>
              </a:xfrm>
              <a:prstGeom prst="roundRect">
                <a:avLst/>
              </a:prstGeom>
              <a:blipFill dpi="0" rotWithShape="1">
                <a:blip r:embed="rId2">
                  <a:alphaModFix/>
                  <a:extLst>
                    <a:ext uri="{28A0092B-C50C-407E-A947-70E740481C1C}">
                      <a14:useLocalDpi xmlns:a14="http://schemas.microsoft.com/office/drawing/2010/main" val="0"/>
                    </a:ext>
                  </a:extLst>
                </a:blip>
                <a:srcRect/>
                <a:stretch>
                  <a:fillRect/>
                </a:stretch>
              </a:blipFill>
              <a:ln>
                <a:noFill/>
              </a:ln>
              <a:effectLst>
                <a:outerShdw blurRad="50800" dist="50800" dir="5400000" algn="ctr" rotWithShape="0">
                  <a:srgbClr val="000000">
                    <a:alpha val="5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dirty="0"/>
              </a:p>
            </p:txBody>
          </p:sp>
          <p:sp>
            <p:nvSpPr>
              <p:cNvPr id="48" name="Rectangle: Rounded Corners 47">
                <a:extLst>
                  <a:ext uri="{FF2B5EF4-FFF2-40B4-BE49-F238E27FC236}">
                    <a16:creationId xmlns:a16="http://schemas.microsoft.com/office/drawing/2014/main" id="{3D20107F-778E-465C-A29B-7FAD26799753}"/>
                  </a:ext>
                </a:extLst>
              </p:cNvPr>
              <p:cNvSpPr/>
              <p:nvPr/>
            </p:nvSpPr>
            <p:spPr>
              <a:xfrm>
                <a:off x="4405564" y="6076950"/>
                <a:ext cx="743457" cy="76198"/>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49" name="TextBox 48">
                <a:extLst>
                  <a:ext uri="{FF2B5EF4-FFF2-40B4-BE49-F238E27FC236}">
                    <a16:creationId xmlns:a16="http://schemas.microsoft.com/office/drawing/2014/main" id="{71E9799A-6867-44D0-9752-B4FE04F2913E}"/>
                  </a:ext>
                </a:extLst>
              </p:cNvPr>
              <p:cNvSpPr txBox="1"/>
              <p:nvPr/>
            </p:nvSpPr>
            <p:spPr>
              <a:xfrm>
                <a:off x="3883954" y="4940970"/>
                <a:ext cx="1877437" cy="1107996"/>
              </a:xfrm>
              <a:prstGeom prst="rect">
                <a:avLst/>
              </a:prstGeom>
              <a:noFill/>
            </p:spPr>
            <p:txBody>
              <a:bodyPr wrap="none" rtlCol="0">
                <a:spAutoFit/>
              </a:bodyPr>
              <a:lstStyle/>
              <a:p>
                <a:r>
                  <a:rPr lang="en-MY" sz="6600" dirty="0">
                    <a:solidFill>
                      <a:schemeClr val="bg1"/>
                    </a:solidFill>
                    <a:latin typeface="Abadi" panose="020B0604020104020204" pitchFamily="34" charset="0"/>
                  </a:rPr>
                  <a:t>seed</a:t>
                </a:r>
                <a:endParaRPr lang="en-MY" dirty="0">
                  <a:solidFill>
                    <a:schemeClr val="bg1"/>
                  </a:solidFill>
                  <a:latin typeface="Abadi" panose="020B0604020104020204" pitchFamily="34" charset="0"/>
                </a:endParaRPr>
              </a:p>
            </p:txBody>
          </p:sp>
          <p:sp>
            <p:nvSpPr>
              <p:cNvPr id="50" name="TextBox 49">
                <a:extLst>
                  <a:ext uri="{FF2B5EF4-FFF2-40B4-BE49-F238E27FC236}">
                    <a16:creationId xmlns:a16="http://schemas.microsoft.com/office/drawing/2014/main" id="{726D2EC9-E957-4813-BE1A-9B3DABE3CC37}"/>
                  </a:ext>
                </a:extLst>
              </p:cNvPr>
              <p:cNvSpPr txBox="1"/>
              <p:nvPr/>
            </p:nvSpPr>
            <p:spPr>
              <a:xfrm>
                <a:off x="3883954" y="4990055"/>
                <a:ext cx="631904" cy="369332"/>
              </a:xfrm>
              <a:prstGeom prst="rect">
                <a:avLst/>
              </a:prstGeom>
              <a:noFill/>
            </p:spPr>
            <p:txBody>
              <a:bodyPr wrap="none" rtlCol="0">
                <a:spAutoFit/>
              </a:bodyPr>
              <a:lstStyle/>
              <a:p>
                <a:r>
                  <a:rPr lang="en-MY" dirty="0">
                    <a:solidFill>
                      <a:schemeClr val="bg1"/>
                    </a:solidFill>
                    <a:latin typeface="Abadi" panose="020B0604020104020204" pitchFamily="34" charset="0"/>
                  </a:rPr>
                  <a:t>soya</a:t>
                </a:r>
              </a:p>
            </p:txBody>
          </p:sp>
        </p:grpSp>
        <p:pic>
          <p:nvPicPr>
            <p:cNvPr id="46" name="Graphic 45" descr="Acorn with solid fill">
              <a:hlinkClick r:id="rId4" action="ppaction://hlinksldjump"/>
              <a:extLst>
                <a:ext uri="{FF2B5EF4-FFF2-40B4-BE49-F238E27FC236}">
                  <a16:creationId xmlns:a16="http://schemas.microsoft.com/office/drawing/2014/main" id="{B5BB3537-4882-48C5-AE78-37D10E7B335E}"/>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4365472" y="2656589"/>
              <a:ext cx="914400" cy="914400"/>
            </a:xfrm>
            <a:prstGeom prst="rect">
              <a:avLst/>
            </a:prstGeom>
          </p:spPr>
        </p:pic>
      </p:grpSp>
      <p:pic>
        <p:nvPicPr>
          <p:cNvPr id="59" name="Picture 58">
            <a:extLst>
              <a:ext uri="{FF2B5EF4-FFF2-40B4-BE49-F238E27FC236}">
                <a16:creationId xmlns:a16="http://schemas.microsoft.com/office/drawing/2014/main" id="{2E8E19FB-8331-4C9B-8132-D731FB8B7657}"/>
              </a:ext>
            </a:extLst>
          </p:cNvPr>
          <p:cNvPicPr>
            <a:picLocks noChangeAspect="1"/>
          </p:cNvPicPr>
          <p:nvPr/>
        </p:nvPicPr>
        <p:blipFill>
          <a:blip r:embed="rId2"/>
          <a:stretch>
            <a:fillRect/>
          </a:stretch>
        </p:blipFill>
        <p:spPr>
          <a:xfrm>
            <a:off x="9441753" y="238172"/>
            <a:ext cx="720228" cy="1304242"/>
          </a:xfrm>
          <a:prstGeom prst="rect">
            <a:avLst/>
          </a:prstGeom>
        </p:spPr>
      </p:pic>
      <p:pic>
        <p:nvPicPr>
          <p:cNvPr id="60" name="Picture 59">
            <a:extLst>
              <a:ext uri="{FF2B5EF4-FFF2-40B4-BE49-F238E27FC236}">
                <a16:creationId xmlns:a16="http://schemas.microsoft.com/office/drawing/2014/main" id="{946E3E80-B4E9-4935-BB0A-F7206345DB29}"/>
              </a:ext>
            </a:extLst>
          </p:cNvPr>
          <p:cNvPicPr>
            <a:picLocks noChangeAspect="1"/>
          </p:cNvPicPr>
          <p:nvPr/>
        </p:nvPicPr>
        <p:blipFill>
          <a:blip r:embed="rId2"/>
          <a:stretch>
            <a:fillRect/>
          </a:stretch>
        </p:blipFill>
        <p:spPr>
          <a:xfrm>
            <a:off x="10187847" y="422595"/>
            <a:ext cx="529899" cy="935397"/>
          </a:xfrm>
          <a:prstGeom prst="rect">
            <a:avLst/>
          </a:prstGeom>
        </p:spPr>
      </p:pic>
      <p:pic>
        <p:nvPicPr>
          <p:cNvPr id="61" name="Picture 60">
            <a:extLst>
              <a:ext uri="{FF2B5EF4-FFF2-40B4-BE49-F238E27FC236}">
                <a16:creationId xmlns:a16="http://schemas.microsoft.com/office/drawing/2014/main" id="{0217A12B-12AC-4823-A460-F3B4B5DEDD40}"/>
              </a:ext>
            </a:extLst>
          </p:cNvPr>
          <p:cNvPicPr>
            <a:picLocks noChangeAspect="1"/>
          </p:cNvPicPr>
          <p:nvPr/>
        </p:nvPicPr>
        <p:blipFill>
          <a:blip r:embed="rId2"/>
          <a:stretch>
            <a:fillRect/>
          </a:stretch>
        </p:blipFill>
        <p:spPr>
          <a:xfrm>
            <a:off x="10723452" y="428473"/>
            <a:ext cx="472476" cy="929519"/>
          </a:xfrm>
          <a:prstGeom prst="rect">
            <a:avLst/>
          </a:prstGeom>
        </p:spPr>
      </p:pic>
      <p:pic>
        <p:nvPicPr>
          <p:cNvPr id="62" name="Picture 61">
            <a:extLst>
              <a:ext uri="{FF2B5EF4-FFF2-40B4-BE49-F238E27FC236}">
                <a16:creationId xmlns:a16="http://schemas.microsoft.com/office/drawing/2014/main" id="{973E3F52-B0A8-4B0E-B417-2AED200F0B1C}"/>
              </a:ext>
            </a:extLst>
          </p:cNvPr>
          <p:cNvPicPr>
            <a:picLocks noChangeAspect="1"/>
          </p:cNvPicPr>
          <p:nvPr/>
        </p:nvPicPr>
        <p:blipFill>
          <a:blip r:embed="rId2"/>
          <a:stretch>
            <a:fillRect/>
          </a:stretch>
        </p:blipFill>
        <p:spPr>
          <a:xfrm>
            <a:off x="11201634" y="422596"/>
            <a:ext cx="587201" cy="935396"/>
          </a:xfrm>
          <a:prstGeom prst="rect">
            <a:avLst/>
          </a:prstGeom>
        </p:spPr>
      </p:pic>
      <p:sp>
        <p:nvSpPr>
          <p:cNvPr id="63" name="Isosceles Triangle 62">
            <a:extLst>
              <a:ext uri="{FF2B5EF4-FFF2-40B4-BE49-F238E27FC236}">
                <a16:creationId xmlns:a16="http://schemas.microsoft.com/office/drawing/2014/main" id="{BEA797BC-2630-42EC-A9A2-AA2DCFDFEE86}"/>
              </a:ext>
            </a:extLst>
          </p:cNvPr>
          <p:cNvSpPr/>
          <p:nvPr/>
        </p:nvSpPr>
        <p:spPr>
          <a:xfrm>
            <a:off x="9766314" y="1492833"/>
            <a:ext cx="213360" cy="166201"/>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grpSp>
        <p:nvGrpSpPr>
          <p:cNvPr id="65" name="Group 64">
            <a:extLst>
              <a:ext uri="{FF2B5EF4-FFF2-40B4-BE49-F238E27FC236}">
                <a16:creationId xmlns:a16="http://schemas.microsoft.com/office/drawing/2014/main" id="{793A17E8-7EA0-4374-A82C-46E56BB313D9}"/>
              </a:ext>
            </a:extLst>
          </p:cNvPr>
          <p:cNvGrpSpPr/>
          <p:nvPr/>
        </p:nvGrpSpPr>
        <p:grpSpPr>
          <a:xfrm>
            <a:off x="288054" y="391276"/>
            <a:ext cx="352425" cy="336551"/>
            <a:chOff x="288054" y="391276"/>
            <a:chExt cx="352425" cy="336551"/>
          </a:xfrm>
        </p:grpSpPr>
        <p:sp>
          <p:nvSpPr>
            <p:cNvPr id="66" name="Rectangle: Rounded Corners 65">
              <a:extLst>
                <a:ext uri="{FF2B5EF4-FFF2-40B4-BE49-F238E27FC236}">
                  <a16:creationId xmlns:a16="http://schemas.microsoft.com/office/drawing/2014/main" id="{7BE4EE6A-161F-4FBB-8EA3-9CB9D7E05D46}"/>
                </a:ext>
              </a:extLst>
            </p:cNvPr>
            <p:cNvSpPr/>
            <p:nvPr/>
          </p:nvSpPr>
          <p:spPr>
            <a:xfrm>
              <a:off x="288054" y="391276"/>
              <a:ext cx="352425" cy="69853"/>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67" name="Rectangle: Rounded Corners 66">
              <a:extLst>
                <a:ext uri="{FF2B5EF4-FFF2-40B4-BE49-F238E27FC236}">
                  <a16:creationId xmlns:a16="http://schemas.microsoft.com/office/drawing/2014/main" id="{37B09B81-71D0-4BF1-A592-36064068E616}"/>
                </a:ext>
              </a:extLst>
            </p:cNvPr>
            <p:cNvSpPr/>
            <p:nvPr/>
          </p:nvSpPr>
          <p:spPr>
            <a:xfrm>
              <a:off x="288054" y="524625"/>
              <a:ext cx="352425" cy="69853"/>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68" name="Rectangle: Rounded Corners 67">
              <a:extLst>
                <a:ext uri="{FF2B5EF4-FFF2-40B4-BE49-F238E27FC236}">
                  <a16:creationId xmlns:a16="http://schemas.microsoft.com/office/drawing/2014/main" id="{A88C8EE2-AD77-4D4C-94F1-9776F008BEC7}"/>
                </a:ext>
              </a:extLst>
            </p:cNvPr>
            <p:cNvSpPr/>
            <p:nvPr/>
          </p:nvSpPr>
          <p:spPr>
            <a:xfrm>
              <a:off x="288054" y="657974"/>
              <a:ext cx="352425" cy="69853"/>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dirty="0"/>
            </a:p>
          </p:txBody>
        </p:sp>
      </p:grpSp>
    </p:spTree>
    <p:extLst>
      <p:ext uri="{BB962C8B-B14F-4D97-AF65-F5344CB8AC3E}">
        <p14:creationId xmlns:p14="http://schemas.microsoft.com/office/powerpoint/2010/main" val="10474015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advTm="1000">
        <p159:morph option="byObject"/>
      </p:transition>
    </mc:Choice>
    <mc:Fallback xmlns="">
      <p:transition spd="slow" advTm="1000">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F1923"/>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F85DB707-4781-49F5-A5E1-7366AE8FF70A}"/>
              </a:ext>
            </a:extLst>
          </p:cNvPr>
          <p:cNvPicPr>
            <a:picLocks noChangeAspect="1"/>
          </p:cNvPicPr>
          <p:nvPr/>
        </p:nvPicPr>
        <p:blipFill rotWithShape="1">
          <a:blip r:embed="rId2"/>
          <a:srcRect l="24998" t="18214" b="28661"/>
          <a:stretch/>
        </p:blipFill>
        <p:spPr>
          <a:xfrm>
            <a:off x="0" y="-1"/>
            <a:ext cx="2958214" cy="6858001"/>
          </a:xfrm>
          <a:prstGeom prst="rect">
            <a:avLst/>
          </a:prstGeom>
        </p:spPr>
      </p:pic>
      <p:grpSp>
        <p:nvGrpSpPr>
          <p:cNvPr id="40" name="Group 39">
            <a:extLst>
              <a:ext uri="{FF2B5EF4-FFF2-40B4-BE49-F238E27FC236}">
                <a16:creationId xmlns:a16="http://schemas.microsoft.com/office/drawing/2014/main" id="{C6B15647-2F0D-4E3C-B991-FA7B97EEA211}"/>
              </a:ext>
            </a:extLst>
          </p:cNvPr>
          <p:cNvGrpSpPr/>
          <p:nvPr/>
        </p:nvGrpSpPr>
        <p:grpSpPr>
          <a:xfrm>
            <a:off x="513280" y="1670226"/>
            <a:ext cx="2114942" cy="4529800"/>
            <a:chOff x="6357238" y="1739138"/>
            <a:chExt cx="2114942" cy="4529800"/>
          </a:xfrm>
        </p:grpSpPr>
        <p:grpSp>
          <p:nvGrpSpPr>
            <p:cNvPr id="41" name="Group 40">
              <a:extLst>
                <a:ext uri="{FF2B5EF4-FFF2-40B4-BE49-F238E27FC236}">
                  <a16:creationId xmlns:a16="http://schemas.microsoft.com/office/drawing/2014/main" id="{B445802F-8B96-4ABE-886B-1B2AC05163F1}"/>
                </a:ext>
              </a:extLst>
            </p:cNvPr>
            <p:cNvGrpSpPr/>
            <p:nvPr/>
          </p:nvGrpSpPr>
          <p:grpSpPr>
            <a:xfrm>
              <a:off x="6357238" y="1739138"/>
              <a:ext cx="2114942" cy="4529800"/>
              <a:chOff x="6357238" y="1739138"/>
              <a:chExt cx="2114942" cy="4529800"/>
            </a:xfrm>
          </p:grpSpPr>
          <p:sp>
            <p:nvSpPr>
              <p:cNvPr id="43" name="Rectangle: Rounded Corners 42">
                <a:extLst>
                  <a:ext uri="{FF2B5EF4-FFF2-40B4-BE49-F238E27FC236}">
                    <a16:creationId xmlns:a16="http://schemas.microsoft.com/office/drawing/2014/main" id="{EFF0FB86-E66D-40A6-9DC8-55D036706A36}"/>
                  </a:ext>
                </a:extLst>
              </p:cNvPr>
              <p:cNvSpPr/>
              <p:nvPr/>
            </p:nvSpPr>
            <p:spPr>
              <a:xfrm>
                <a:off x="6357238" y="1739138"/>
                <a:ext cx="2114942" cy="4529800"/>
              </a:xfrm>
              <a:prstGeom prst="roundRect">
                <a:avLst/>
              </a:prstGeom>
              <a:blipFill dpi="0" rotWithShape="1">
                <a:blip r:embed="rId2">
                  <a:alphaModFix/>
                  <a:extLst>
                    <a:ext uri="{28A0092B-C50C-407E-A947-70E740481C1C}">
                      <a14:useLocalDpi xmlns:a14="http://schemas.microsoft.com/office/drawing/2010/main" val="0"/>
                    </a:ext>
                  </a:extLst>
                </a:blip>
                <a:srcRect/>
                <a:stretch>
                  <a:fillRect/>
                </a:stretch>
              </a:blipFill>
              <a:ln>
                <a:noFill/>
              </a:ln>
              <a:effectLst>
                <a:outerShdw blurRad="50800" dist="50800" dir="5400000" algn="ctr" rotWithShape="0">
                  <a:srgbClr val="000000">
                    <a:alpha val="5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dirty="0"/>
              </a:p>
            </p:txBody>
          </p:sp>
          <p:sp>
            <p:nvSpPr>
              <p:cNvPr id="44" name="Rectangle: Rounded Corners 43">
                <a:extLst>
                  <a:ext uri="{FF2B5EF4-FFF2-40B4-BE49-F238E27FC236}">
                    <a16:creationId xmlns:a16="http://schemas.microsoft.com/office/drawing/2014/main" id="{8B755B4A-1401-4C7A-9228-3A07E2820DB5}"/>
                  </a:ext>
                </a:extLst>
              </p:cNvPr>
              <p:cNvSpPr/>
              <p:nvPr/>
            </p:nvSpPr>
            <p:spPr>
              <a:xfrm>
                <a:off x="7042980" y="6038851"/>
                <a:ext cx="743457" cy="76198"/>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45" name="TextBox 44">
                <a:extLst>
                  <a:ext uri="{FF2B5EF4-FFF2-40B4-BE49-F238E27FC236}">
                    <a16:creationId xmlns:a16="http://schemas.microsoft.com/office/drawing/2014/main" id="{610A2764-D6BB-4E57-9AB6-C0C3AE611B9B}"/>
                  </a:ext>
                </a:extLst>
              </p:cNvPr>
              <p:cNvSpPr txBox="1"/>
              <p:nvPr/>
            </p:nvSpPr>
            <p:spPr>
              <a:xfrm>
                <a:off x="6575915" y="4950493"/>
                <a:ext cx="1596912" cy="1107996"/>
              </a:xfrm>
              <a:prstGeom prst="rect">
                <a:avLst/>
              </a:prstGeom>
              <a:noFill/>
            </p:spPr>
            <p:txBody>
              <a:bodyPr wrap="none" rtlCol="0">
                <a:spAutoFit/>
              </a:bodyPr>
              <a:lstStyle/>
              <a:p>
                <a:r>
                  <a:rPr lang="en-MY" sz="6600" dirty="0">
                    <a:solidFill>
                      <a:schemeClr val="bg1"/>
                    </a:solidFill>
                    <a:latin typeface="Abadi" panose="020B0604020104020204" pitchFamily="34" charset="0"/>
                  </a:rPr>
                  <a:t>tree</a:t>
                </a:r>
                <a:endParaRPr lang="en-MY" dirty="0">
                  <a:solidFill>
                    <a:schemeClr val="bg1"/>
                  </a:solidFill>
                  <a:latin typeface="Abadi" panose="020B0604020104020204" pitchFamily="34" charset="0"/>
                </a:endParaRPr>
              </a:p>
            </p:txBody>
          </p:sp>
          <p:sp>
            <p:nvSpPr>
              <p:cNvPr id="46" name="TextBox 45">
                <a:extLst>
                  <a:ext uri="{FF2B5EF4-FFF2-40B4-BE49-F238E27FC236}">
                    <a16:creationId xmlns:a16="http://schemas.microsoft.com/office/drawing/2014/main" id="{83821022-D36F-4815-AA1F-46D32C1ABDE9}"/>
                  </a:ext>
                </a:extLst>
              </p:cNvPr>
              <p:cNvSpPr txBox="1"/>
              <p:nvPr/>
            </p:nvSpPr>
            <p:spPr>
              <a:xfrm>
                <a:off x="6616252" y="4950493"/>
                <a:ext cx="647934" cy="369332"/>
              </a:xfrm>
              <a:prstGeom prst="rect">
                <a:avLst/>
              </a:prstGeom>
              <a:noFill/>
            </p:spPr>
            <p:txBody>
              <a:bodyPr wrap="none" rtlCol="0">
                <a:spAutoFit/>
              </a:bodyPr>
              <a:lstStyle/>
              <a:p>
                <a:r>
                  <a:rPr lang="en-MY" dirty="0">
                    <a:solidFill>
                      <a:schemeClr val="bg1"/>
                    </a:solidFill>
                    <a:latin typeface="Abadi" panose="020B0604020104020204" pitchFamily="34" charset="0"/>
                  </a:rPr>
                  <a:t>lama</a:t>
                </a:r>
              </a:p>
            </p:txBody>
          </p:sp>
        </p:grpSp>
        <p:pic>
          <p:nvPicPr>
            <p:cNvPr id="42" name="Graphic 41" descr="Tree With Roots with solid fill">
              <a:extLst>
                <a:ext uri="{FF2B5EF4-FFF2-40B4-BE49-F238E27FC236}">
                  <a16:creationId xmlns:a16="http://schemas.microsoft.com/office/drawing/2014/main" id="{68A41816-6035-4953-BE4F-C5FBDB253497}"/>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6940219" y="2615019"/>
              <a:ext cx="914400" cy="914400"/>
            </a:xfrm>
            <a:prstGeom prst="rect">
              <a:avLst/>
            </a:prstGeom>
          </p:spPr>
        </p:pic>
      </p:grpSp>
      <p:sp>
        <p:nvSpPr>
          <p:cNvPr id="8" name="TextBox 7">
            <a:extLst>
              <a:ext uri="{FF2B5EF4-FFF2-40B4-BE49-F238E27FC236}">
                <a16:creationId xmlns:a16="http://schemas.microsoft.com/office/drawing/2014/main" id="{CD16682A-F438-48CB-991E-18C24605039C}"/>
              </a:ext>
            </a:extLst>
          </p:cNvPr>
          <p:cNvSpPr txBox="1"/>
          <p:nvPr/>
        </p:nvSpPr>
        <p:spPr>
          <a:xfrm>
            <a:off x="5395497" y="1656868"/>
            <a:ext cx="3191899" cy="769441"/>
          </a:xfrm>
          <a:prstGeom prst="rect">
            <a:avLst/>
          </a:prstGeom>
          <a:noFill/>
        </p:spPr>
        <p:txBody>
          <a:bodyPr wrap="none" rtlCol="0">
            <a:spAutoFit/>
          </a:bodyPr>
          <a:lstStyle/>
          <a:p>
            <a:r>
              <a:rPr lang="en-MY" sz="4400" b="1" dirty="0">
                <a:solidFill>
                  <a:schemeClr val="bg1"/>
                </a:solidFill>
                <a:latin typeface="Abadi" panose="020B0604020104020204" pitchFamily="34" charset="0"/>
              </a:rPr>
              <a:t>about </a:t>
            </a:r>
            <a:r>
              <a:rPr lang="en-MY" sz="4400" b="1" dirty="0" err="1">
                <a:solidFill>
                  <a:schemeClr val="bg1"/>
                </a:solidFill>
                <a:latin typeface="Abadi" panose="020B0604020104020204" pitchFamily="34" charset="0"/>
              </a:rPr>
              <a:t>bunga</a:t>
            </a:r>
            <a:endParaRPr lang="en-MY" sz="4400" b="1" dirty="0">
              <a:solidFill>
                <a:schemeClr val="bg1"/>
              </a:solidFill>
              <a:latin typeface="Abadi" panose="020B0604020104020204" pitchFamily="34" charset="0"/>
            </a:endParaRPr>
          </a:p>
        </p:txBody>
      </p:sp>
      <p:sp>
        <p:nvSpPr>
          <p:cNvPr id="9" name="TextBox 8">
            <a:extLst>
              <a:ext uri="{FF2B5EF4-FFF2-40B4-BE49-F238E27FC236}">
                <a16:creationId xmlns:a16="http://schemas.microsoft.com/office/drawing/2014/main" id="{A08BFEA4-E7C4-4886-9DE7-E529D8A35A40}"/>
              </a:ext>
            </a:extLst>
          </p:cNvPr>
          <p:cNvSpPr txBox="1"/>
          <p:nvPr/>
        </p:nvSpPr>
        <p:spPr>
          <a:xfrm>
            <a:off x="5414538" y="2459829"/>
            <a:ext cx="3944166" cy="3693319"/>
          </a:xfrm>
          <a:prstGeom prst="rect">
            <a:avLst/>
          </a:prstGeom>
          <a:noFill/>
        </p:spPr>
        <p:txBody>
          <a:bodyPr wrap="square" rtlCol="0">
            <a:spAutoFit/>
          </a:bodyPr>
          <a:lstStyle/>
          <a:p>
            <a:pPr algn="just"/>
            <a:r>
              <a:rPr lang="en-US" dirty="0">
                <a:solidFill>
                  <a:schemeClr val="bg1">
                    <a:lumMod val="95000"/>
                  </a:schemeClr>
                </a:solidFill>
              </a:rPr>
              <a:t>A seed is an embryonic plant enclosed in a protective outer covering. The formation of the seed is part of the process of reproduction in seed plants, the spermatophytes, including the gymnosperm and angiosperm plants.</a:t>
            </a:r>
          </a:p>
          <a:p>
            <a:pPr algn="just"/>
            <a:endParaRPr lang="en-US" dirty="0">
              <a:solidFill>
                <a:schemeClr val="bg1">
                  <a:lumMod val="95000"/>
                </a:schemeClr>
              </a:solidFill>
            </a:endParaRPr>
          </a:p>
          <a:p>
            <a:pPr algn="just"/>
            <a:r>
              <a:rPr lang="en-US" dirty="0">
                <a:solidFill>
                  <a:schemeClr val="bg1">
                    <a:lumMod val="95000"/>
                  </a:schemeClr>
                </a:solidFill>
              </a:rPr>
              <a:t>Seeds are the product of the ripened ovule, after fertilization by pollen and some growth within the mother plant. The embryo develops from the zygote, and the seed coat from the integuments of the ovule.</a:t>
            </a:r>
            <a:endParaRPr lang="en-MY" dirty="0">
              <a:solidFill>
                <a:schemeClr val="bg1">
                  <a:lumMod val="95000"/>
                </a:schemeClr>
              </a:solidFill>
            </a:endParaRPr>
          </a:p>
        </p:txBody>
      </p:sp>
      <p:pic>
        <p:nvPicPr>
          <p:cNvPr id="11" name="Picture 10">
            <a:hlinkClick r:id="rId3" action="ppaction://hlinksldjump"/>
            <a:extLst>
              <a:ext uri="{FF2B5EF4-FFF2-40B4-BE49-F238E27FC236}">
                <a16:creationId xmlns:a16="http://schemas.microsoft.com/office/drawing/2014/main" id="{7522525B-964B-4412-823B-24CB6025B03B}"/>
              </a:ext>
            </a:extLst>
          </p:cNvPr>
          <p:cNvPicPr>
            <a:picLocks noChangeAspect="1"/>
          </p:cNvPicPr>
          <p:nvPr/>
        </p:nvPicPr>
        <p:blipFill>
          <a:blip r:embed="rId2"/>
          <a:stretch>
            <a:fillRect/>
          </a:stretch>
        </p:blipFill>
        <p:spPr>
          <a:xfrm>
            <a:off x="3510990" y="374833"/>
            <a:ext cx="1405336" cy="568571"/>
          </a:xfrm>
          <a:prstGeom prst="rect">
            <a:avLst/>
          </a:prstGeom>
        </p:spPr>
      </p:pic>
      <p:sp>
        <p:nvSpPr>
          <p:cNvPr id="20" name="Rectangle: Rounded Corners 19">
            <a:extLst>
              <a:ext uri="{FF2B5EF4-FFF2-40B4-BE49-F238E27FC236}">
                <a16:creationId xmlns:a16="http://schemas.microsoft.com/office/drawing/2014/main" id="{1B633A10-65B0-4DDA-ABB1-3C8F9C582970}"/>
              </a:ext>
            </a:extLst>
          </p:cNvPr>
          <p:cNvSpPr/>
          <p:nvPr/>
        </p:nvSpPr>
        <p:spPr>
          <a:xfrm>
            <a:off x="2728789" y="475521"/>
            <a:ext cx="700211" cy="220134"/>
          </a:xfrm>
          <a:prstGeom prst="roundRect">
            <a:avLst>
              <a:gd name="adj" fmla="val 47436"/>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21" name="TextBox 20">
            <a:extLst>
              <a:ext uri="{FF2B5EF4-FFF2-40B4-BE49-F238E27FC236}">
                <a16:creationId xmlns:a16="http://schemas.microsoft.com/office/drawing/2014/main" id="{761BE441-CA43-4F85-BA30-E875CDB26229}"/>
              </a:ext>
            </a:extLst>
          </p:cNvPr>
          <p:cNvSpPr txBox="1"/>
          <p:nvPr/>
        </p:nvSpPr>
        <p:spPr>
          <a:xfrm>
            <a:off x="949070" y="388764"/>
            <a:ext cx="2561920" cy="369332"/>
          </a:xfrm>
          <a:prstGeom prst="rect">
            <a:avLst/>
          </a:prstGeom>
          <a:noFill/>
        </p:spPr>
        <p:txBody>
          <a:bodyPr wrap="none" rtlCol="0">
            <a:spAutoFit/>
          </a:bodyPr>
          <a:lstStyle/>
          <a:p>
            <a:r>
              <a:rPr lang="en-MY" dirty="0">
                <a:solidFill>
                  <a:schemeClr val="bg1"/>
                </a:solidFill>
                <a:latin typeface="Abadi" panose="020B0604020104020204" pitchFamily="34" charset="0"/>
              </a:rPr>
              <a:t>fruits  seed  tree  bunga</a:t>
            </a:r>
          </a:p>
        </p:txBody>
      </p:sp>
      <p:grpSp>
        <p:nvGrpSpPr>
          <p:cNvPr id="25" name="Group 24">
            <a:extLst>
              <a:ext uri="{FF2B5EF4-FFF2-40B4-BE49-F238E27FC236}">
                <a16:creationId xmlns:a16="http://schemas.microsoft.com/office/drawing/2014/main" id="{755B1C20-F431-4D38-86F2-C323A7124819}"/>
              </a:ext>
            </a:extLst>
          </p:cNvPr>
          <p:cNvGrpSpPr/>
          <p:nvPr/>
        </p:nvGrpSpPr>
        <p:grpSpPr>
          <a:xfrm>
            <a:off x="990077" y="1739138"/>
            <a:ext cx="2244525" cy="4529800"/>
            <a:chOff x="8997543" y="1739138"/>
            <a:chExt cx="2244525" cy="4529800"/>
          </a:xfrm>
        </p:grpSpPr>
        <p:grpSp>
          <p:nvGrpSpPr>
            <p:cNvPr id="26" name="Group 25">
              <a:extLst>
                <a:ext uri="{FF2B5EF4-FFF2-40B4-BE49-F238E27FC236}">
                  <a16:creationId xmlns:a16="http://schemas.microsoft.com/office/drawing/2014/main" id="{9BC9A914-60EA-4ED1-A3F1-7CFDBBDF5CA7}"/>
                </a:ext>
              </a:extLst>
            </p:cNvPr>
            <p:cNvGrpSpPr/>
            <p:nvPr/>
          </p:nvGrpSpPr>
          <p:grpSpPr>
            <a:xfrm>
              <a:off x="8997543" y="1739138"/>
              <a:ext cx="2244525" cy="4529800"/>
              <a:chOff x="8997543" y="1739138"/>
              <a:chExt cx="2244525" cy="4529800"/>
            </a:xfrm>
          </p:grpSpPr>
          <p:sp>
            <p:nvSpPr>
              <p:cNvPr id="28" name="Rectangle: Rounded Corners 27">
                <a:extLst>
                  <a:ext uri="{FF2B5EF4-FFF2-40B4-BE49-F238E27FC236}">
                    <a16:creationId xmlns:a16="http://schemas.microsoft.com/office/drawing/2014/main" id="{73FFFC71-CF97-4074-8A8D-735B315041A2}"/>
                  </a:ext>
                </a:extLst>
              </p:cNvPr>
              <p:cNvSpPr/>
              <p:nvPr/>
            </p:nvSpPr>
            <p:spPr>
              <a:xfrm>
                <a:off x="9062336" y="1739138"/>
                <a:ext cx="2114942" cy="4529800"/>
              </a:xfrm>
              <a:prstGeom prst="roundRect">
                <a:avLst/>
              </a:prstGeom>
              <a:blipFill dpi="0" rotWithShape="1">
                <a:blip r:embed="rId2">
                  <a:alphaModFix/>
                  <a:extLst>
                    <a:ext uri="{28A0092B-C50C-407E-A947-70E740481C1C}">
                      <a14:useLocalDpi xmlns:a14="http://schemas.microsoft.com/office/drawing/2010/main" val="0"/>
                    </a:ext>
                  </a:extLst>
                </a:blip>
                <a:srcRect/>
                <a:stretch>
                  <a:fillRect/>
                </a:stretch>
              </a:blipFill>
              <a:ln>
                <a:noFill/>
              </a:ln>
              <a:effectLst>
                <a:outerShdw blurRad="50800" dist="50800" dir="5400000" algn="ctr" rotWithShape="0">
                  <a:srgbClr val="000000">
                    <a:alpha val="5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dirty="0"/>
              </a:p>
            </p:txBody>
          </p:sp>
          <p:sp>
            <p:nvSpPr>
              <p:cNvPr id="29" name="Rectangle: Rounded Corners 28">
                <a:extLst>
                  <a:ext uri="{FF2B5EF4-FFF2-40B4-BE49-F238E27FC236}">
                    <a16:creationId xmlns:a16="http://schemas.microsoft.com/office/drawing/2014/main" id="{B99BE6E7-277C-414E-ABBF-D5805FB0ED82}"/>
                  </a:ext>
                </a:extLst>
              </p:cNvPr>
              <p:cNvSpPr/>
              <p:nvPr/>
            </p:nvSpPr>
            <p:spPr>
              <a:xfrm>
                <a:off x="9748078" y="6076950"/>
                <a:ext cx="743457" cy="76198"/>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30" name="TextBox 29">
                <a:extLst>
                  <a:ext uri="{FF2B5EF4-FFF2-40B4-BE49-F238E27FC236}">
                    <a16:creationId xmlns:a16="http://schemas.microsoft.com/office/drawing/2014/main" id="{2A0EE3CE-2C0B-40ED-965B-CA6334603966}"/>
                  </a:ext>
                </a:extLst>
              </p:cNvPr>
              <p:cNvSpPr txBox="1"/>
              <p:nvPr/>
            </p:nvSpPr>
            <p:spPr>
              <a:xfrm>
                <a:off x="8997543" y="5015120"/>
                <a:ext cx="2244525" cy="1015663"/>
              </a:xfrm>
              <a:prstGeom prst="rect">
                <a:avLst/>
              </a:prstGeom>
              <a:noFill/>
            </p:spPr>
            <p:txBody>
              <a:bodyPr wrap="none" rtlCol="0">
                <a:spAutoFit/>
              </a:bodyPr>
              <a:lstStyle/>
              <a:p>
                <a:r>
                  <a:rPr lang="en-MY" sz="6000" dirty="0">
                    <a:solidFill>
                      <a:schemeClr val="bg1"/>
                    </a:solidFill>
                    <a:latin typeface="Abadi" panose="020B0604020104020204" pitchFamily="34" charset="0"/>
                  </a:rPr>
                  <a:t>bunga</a:t>
                </a:r>
                <a:endParaRPr lang="en-MY" dirty="0">
                  <a:solidFill>
                    <a:schemeClr val="bg1"/>
                  </a:solidFill>
                  <a:latin typeface="Abadi" panose="020B0604020104020204" pitchFamily="34" charset="0"/>
                </a:endParaRPr>
              </a:p>
            </p:txBody>
          </p:sp>
          <p:sp>
            <p:nvSpPr>
              <p:cNvPr id="31" name="TextBox 30">
                <a:extLst>
                  <a:ext uri="{FF2B5EF4-FFF2-40B4-BE49-F238E27FC236}">
                    <a16:creationId xmlns:a16="http://schemas.microsoft.com/office/drawing/2014/main" id="{6CFB9BA7-8AA4-4CEB-B0D0-A3857C760133}"/>
                  </a:ext>
                </a:extLst>
              </p:cNvPr>
              <p:cNvSpPr txBox="1"/>
              <p:nvPr/>
            </p:nvSpPr>
            <p:spPr>
              <a:xfrm>
                <a:off x="9043600" y="4940970"/>
                <a:ext cx="833883" cy="369332"/>
              </a:xfrm>
              <a:prstGeom prst="rect">
                <a:avLst/>
              </a:prstGeom>
              <a:noFill/>
            </p:spPr>
            <p:txBody>
              <a:bodyPr wrap="none" rtlCol="0">
                <a:spAutoFit/>
              </a:bodyPr>
              <a:lstStyle/>
              <a:p>
                <a:r>
                  <a:rPr lang="en-MY" dirty="0">
                    <a:solidFill>
                      <a:schemeClr val="bg1"/>
                    </a:solidFill>
                    <a:latin typeface="Abadi" panose="020B0604020104020204" pitchFamily="34" charset="0"/>
                  </a:rPr>
                  <a:t>rapper</a:t>
                </a:r>
              </a:p>
            </p:txBody>
          </p:sp>
        </p:grpSp>
        <p:pic>
          <p:nvPicPr>
            <p:cNvPr id="27" name="Graphic 26" descr="Frangipani with solid fill">
              <a:extLst>
                <a:ext uri="{FF2B5EF4-FFF2-40B4-BE49-F238E27FC236}">
                  <a16:creationId xmlns:a16="http://schemas.microsoft.com/office/drawing/2014/main" id="{F01DD541-3B82-4D32-BF4F-29F929038EA9}"/>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9721288" y="2633152"/>
              <a:ext cx="914400" cy="914400"/>
            </a:xfrm>
            <a:prstGeom prst="rect">
              <a:avLst/>
            </a:prstGeom>
          </p:spPr>
        </p:pic>
      </p:grpSp>
      <p:grpSp>
        <p:nvGrpSpPr>
          <p:cNvPr id="32" name="Group 31">
            <a:extLst>
              <a:ext uri="{FF2B5EF4-FFF2-40B4-BE49-F238E27FC236}">
                <a16:creationId xmlns:a16="http://schemas.microsoft.com/office/drawing/2014/main" id="{E9EA35D5-8B0F-4C70-BFBF-5E452D389411}"/>
              </a:ext>
            </a:extLst>
          </p:cNvPr>
          <p:cNvGrpSpPr/>
          <p:nvPr/>
        </p:nvGrpSpPr>
        <p:grpSpPr>
          <a:xfrm>
            <a:off x="-7596326" y="1718600"/>
            <a:ext cx="2155690" cy="4529800"/>
            <a:chOff x="973974" y="1718600"/>
            <a:chExt cx="2155690" cy="4529800"/>
          </a:xfrm>
        </p:grpSpPr>
        <p:grpSp>
          <p:nvGrpSpPr>
            <p:cNvPr id="33" name="Group 32">
              <a:extLst>
                <a:ext uri="{FF2B5EF4-FFF2-40B4-BE49-F238E27FC236}">
                  <a16:creationId xmlns:a16="http://schemas.microsoft.com/office/drawing/2014/main" id="{B9D94AAC-3CBB-4B68-A353-908EE404960C}"/>
                </a:ext>
              </a:extLst>
            </p:cNvPr>
            <p:cNvGrpSpPr/>
            <p:nvPr/>
          </p:nvGrpSpPr>
          <p:grpSpPr>
            <a:xfrm>
              <a:off x="973974" y="1718600"/>
              <a:ext cx="2155690" cy="4529800"/>
              <a:chOff x="973974" y="1718600"/>
              <a:chExt cx="2155690" cy="4529800"/>
            </a:xfrm>
            <a:blipFill dpi="0" rotWithShape="1">
              <a:blip r:embed="rId2">
                <a:extLst>
                  <a:ext uri="{28A0092B-C50C-407E-A947-70E740481C1C}">
                    <a14:useLocalDpi xmlns:a14="http://schemas.microsoft.com/office/drawing/2010/main" val="0"/>
                  </a:ext>
                </a:extLst>
              </a:blip>
              <a:srcRect/>
              <a:stretch>
                <a:fillRect/>
              </a:stretch>
            </a:blipFill>
          </p:grpSpPr>
          <p:sp>
            <p:nvSpPr>
              <p:cNvPr id="36" name="Rectangle: Rounded Corners 35">
                <a:extLst>
                  <a:ext uri="{FF2B5EF4-FFF2-40B4-BE49-F238E27FC236}">
                    <a16:creationId xmlns:a16="http://schemas.microsoft.com/office/drawing/2014/main" id="{06A91B50-DA97-4E1A-966C-D2DD635C91E1}"/>
                  </a:ext>
                </a:extLst>
              </p:cNvPr>
              <p:cNvSpPr/>
              <p:nvPr/>
            </p:nvSpPr>
            <p:spPr>
              <a:xfrm>
                <a:off x="1014722" y="1718600"/>
                <a:ext cx="2114942" cy="4529800"/>
              </a:xfrm>
              <a:prstGeom prst="roundRect">
                <a:avLst/>
              </a:prstGeom>
              <a:grpFill/>
              <a:ln>
                <a:noFill/>
              </a:ln>
              <a:effectLst>
                <a:outerShdw blurRad="50800" dist="50800" dir="5400000" algn="ctr" rotWithShape="0">
                  <a:srgbClr val="000000">
                    <a:alpha val="5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dirty="0"/>
              </a:p>
            </p:txBody>
          </p:sp>
          <p:sp>
            <p:nvSpPr>
              <p:cNvPr id="37" name="Rectangle: Rounded Corners 36">
                <a:extLst>
                  <a:ext uri="{FF2B5EF4-FFF2-40B4-BE49-F238E27FC236}">
                    <a16:creationId xmlns:a16="http://schemas.microsoft.com/office/drawing/2014/main" id="{B6ADA1B9-9663-4D52-AEB4-0BC9C3485D88}"/>
                  </a:ext>
                </a:extLst>
              </p:cNvPr>
              <p:cNvSpPr/>
              <p:nvPr/>
            </p:nvSpPr>
            <p:spPr>
              <a:xfrm>
                <a:off x="1700464" y="6076950"/>
                <a:ext cx="743457" cy="76198"/>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38" name="TextBox 37">
                <a:extLst>
                  <a:ext uri="{FF2B5EF4-FFF2-40B4-BE49-F238E27FC236}">
                    <a16:creationId xmlns:a16="http://schemas.microsoft.com/office/drawing/2014/main" id="{CFF89EB3-426E-494C-A7A1-C921DFFDCA5E}"/>
                  </a:ext>
                </a:extLst>
              </p:cNvPr>
              <p:cNvSpPr txBox="1"/>
              <p:nvPr/>
            </p:nvSpPr>
            <p:spPr>
              <a:xfrm>
                <a:off x="973974" y="4966035"/>
                <a:ext cx="1843774" cy="1015663"/>
              </a:xfrm>
              <a:prstGeom prst="rect">
                <a:avLst/>
              </a:prstGeom>
              <a:grpFill/>
            </p:spPr>
            <p:txBody>
              <a:bodyPr wrap="none" rtlCol="0">
                <a:spAutoFit/>
              </a:bodyPr>
              <a:lstStyle/>
              <a:p>
                <a:r>
                  <a:rPr lang="en-MY" sz="6000" dirty="0">
                    <a:solidFill>
                      <a:schemeClr val="bg1"/>
                    </a:solidFill>
                    <a:latin typeface="Abadi" panose="020B0604020104020204" pitchFamily="34" charset="0"/>
                  </a:rPr>
                  <a:t>fruits</a:t>
                </a:r>
                <a:endParaRPr lang="en-MY" dirty="0">
                  <a:solidFill>
                    <a:schemeClr val="bg1"/>
                  </a:solidFill>
                  <a:latin typeface="Abadi" panose="020B0604020104020204" pitchFamily="34" charset="0"/>
                </a:endParaRPr>
              </a:p>
            </p:txBody>
          </p:sp>
          <p:sp>
            <p:nvSpPr>
              <p:cNvPr id="39" name="TextBox 38">
                <a:extLst>
                  <a:ext uri="{FF2B5EF4-FFF2-40B4-BE49-F238E27FC236}">
                    <a16:creationId xmlns:a16="http://schemas.microsoft.com/office/drawing/2014/main" id="{1AE01D67-60AA-40E0-BDDF-C1414171EA51}"/>
                  </a:ext>
                </a:extLst>
              </p:cNvPr>
              <p:cNvSpPr txBox="1"/>
              <p:nvPr/>
            </p:nvSpPr>
            <p:spPr>
              <a:xfrm>
                <a:off x="1014722" y="4896377"/>
                <a:ext cx="630301" cy="369332"/>
              </a:xfrm>
              <a:prstGeom prst="rect">
                <a:avLst/>
              </a:prstGeom>
              <a:noFill/>
            </p:spPr>
            <p:txBody>
              <a:bodyPr wrap="none" rtlCol="0">
                <a:spAutoFit/>
              </a:bodyPr>
              <a:lstStyle/>
              <a:p>
                <a:r>
                  <a:rPr lang="en-MY" dirty="0">
                    <a:solidFill>
                      <a:schemeClr val="bg1"/>
                    </a:solidFill>
                    <a:latin typeface="Abadi" panose="020B0604020104020204" pitchFamily="34" charset="0"/>
                  </a:rPr>
                  <a:t>baru</a:t>
                </a:r>
              </a:p>
            </p:txBody>
          </p:sp>
        </p:grpSp>
        <p:sp>
          <p:nvSpPr>
            <p:cNvPr id="34" name="Rectangle: Rounded Corners 33">
              <a:extLst>
                <a:ext uri="{FF2B5EF4-FFF2-40B4-BE49-F238E27FC236}">
                  <a16:creationId xmlns:a16="http://schemas.microsoft.com/office/drawing/2014/main" id="{3FDD16C7-1E00-4F59-908C-C1D67570FB0A}"/>
                </a:ext>
              </a:extLst>
            </p:cNvPr>
            <p:cNvSpPr/>
            <p:nvPr/>
          </p:nvSpPr>
          <p:spPr>
            <a:xfrm>
              <a:off x="1706111" y="5972378"/>
              <a:ext cx="743457" cy="76198"/>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pic>
          <p:nvPicPr>
            <p:cNvPr id="35" name="Graphic 34" descr="Blueberry with solid fill">
              <a:extLst>
                <a:ext uri="{FF2B5EF4-FFF2-40B4-BE49-F238E27FC236}">
                  <a16:creationId xmlns:a16="http://schemas.microsoft.com/office/drawing/2014/main" id="{1929613F-0998-486B-B333-4F2FB78FA9B1}"/>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481811" y="2589204"/>
              <a:ext cx="1180759" cy="1180759"/>
            </a:xfrm>
            <a:prstGeom prst="rect">
              <a:avLst/>
            </a:prstGeom>
          </p:spPr>
        </p:pic>
      </p:grpSp>
      <p:grpSp>
        <p:nvGrpSpPr>
          <p:cNvPr id="47" name="Group 46">
            <a:extLst>
              <a:ext uri="{FF2B5EF4-FFF2-40B4-BE49-F238E27FC236}">
                <a16:creationId xmlns:a16="http://schemas.microsoft.com/office/drawing/2014/main" id="{87493A4A-A019-43B8-B851-86AFDA40DCE6}"/>
              </a:ext>
            </a:extLst>
          </p:cNvPr>
          <p:cNvGrpSpPr/>
          <p:nvPr/>
        </p:nvGrpSpPr>
        <p:grpSpPr>
          <a:xfrm>
            <a:off x="-4850478" y="1739138"/>
            <a:ext cx="2114942" cy="4529800"/>
            <a:chOff x="3719822" y="1739138"/>
            <a:chExt cx="2114942" cy="4529800"/>
          </a:xfrm>
        </p:grpSpPr>
        <p:grpSp>
          <p:nvGrpSpPr>
            <p:cNvPr id="48" name="Group 47">
              <a:extLst>
                <a:ext uri="{FF2B5EF4-FFF2-40B4-BE49-F238E27FC236}">
                  <a16:creationId xmlns:a16="http://schemas.microsoft.com/office/drawing/2014/main" id="{B1C0D13A-0EA8-47AD-8D07-ED9887DBD21E}"/>
                </a:ext>
              </a:extLst>
            </p:cNvPr>
            <p:cNvGrpSpPr/>
            <p:nvPr/>
          </p:nvGrpSpPr>
          <p:grpSpPr>
            <a:xfrm>
              <a:off x="3719822" y="1739138"/>
              <a:ext cx="2114942" cy="4529800"/>
              <a:chOff x="3719822" y="1739138"/>
              <a:chExt cx="2114942" cy="4529800"/>
            </a:xfrm>
          </p:grpSpPr>
          <p:sp>
            <p:nvSpPr>
              <p:cNvPr id="50" name="Rectangle: Rounded Corners 49">
                <a:extLst>
                  <a:ext uri="{FF2B5EF4-FFF2-40B4-BE49-F238E27FC236}">
                    <a16:creationId xmlns:a16="http://schemas.microsoft.com/office/drawing/2014/main" id="{8714666E-EB22-4D82-8F7A-AE3F0A0CD0E1}"/>
                  </a:ext>
                </a:extLst>
              </p:cNvPr>
              <p:cNvSpPr/>
              <p:nvPr/>
            </p:nvSpPr>
            <p:spPr>
              <a:xfrm>
                <a:off x="3719822" y="1739138"/>
                <a:ext cx="2114942" cy="4529800"/>
              </a:xfrm>
              <a:prstGeom prst="roundRect">
                <a:avLst/>
              </a:prstGeom>
              <a:blipFill dpi="0" rotWithShape="1">
                <a:blip r:embed="rId2">
                  <a:alphaModFix/>
                  <a:extLst>
                    <a:ext uri="{28A0092B-C50C-407E-A947-70E740481C1C}">
                      <a14:useLocalDpi xmlns:a14="http://schemas.microsoft.com/office/drawing/2010/main" val="0"/>
                    </a:ext>
                  </a:extLst>
                </a:blip>
                <a:srcRect/>
                <a:stretch>
                  <a:fillRect/>
                </a:stretch>
              </a:blipFill>
              <a:ln>
                <a:noFill/>
              </a:ln>
              <a:effectLst>
                <a:outerShdw blurRad="50800" dist="50800" dir="5400000" algn="ctr" rotWithShape="0">
                  <a:srgbClr val="000000">
                    <a:alpha val="5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dirty="0"/>
              </a:p>
            </p:txBody>
          </p:sp>
          <p:sp>
            <p:nvSpPr>
              <p:cNvPr id="51" name="Rectangle: Rounded Corners 50">
                <a:extLst>
                  <a:ext uri="{FF2B5EF4-FFF2-40B4-BE49-F238E27FC236}">
                    <a16:creationId xmlns:a16="http://schemas.microsoft.com/office/drawing/2014/main" id="{3193D1BF-C31D-4BB4-95CB-A94DBB1866F9}"/>
                  </a:ext>
                </a:extLst>
              </p:cNvPr>
              <p:cNvSpPr/>
              <p:nvPr/>
            </p:nvSpPr>
            <p:spPr>
              <a:xfrm>
                <a:off x="4405564" y="6076950"/>
                <a:ext cx="743457" cy="76198"/>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52" name="TextBox 51">
                <a:extLst>
                  <a:ext uri="{FF2B5EF4-FFF2-40B4-BE49-F238E27FC236}">
                    <a16:creationId xmlns:a16="http://schemas.microsoft.com/office/drawing/2014/main" id="{A95E7213-C9D0-4A67-8A88-CA9E15C01A69}"/>
                  </a:ext>
                </a:extLst>
              </p:cNvPr>
              <p:cNvSpPr txBox="1"/>
              <p:nvPr/>
            </p:nvSpPr>
            <p:spPr>
              <a:xfrm>
                <a:off x="3883954" y="4940970"/>
                <a:ext cx="1877437" cy="1107996"/>
              </a:xfrm>
              <a:prstGeom prst="rect">
                <a:avLst/>
              </a:prstGeom>
              <a:noFill/>
            </p:spPr>
            <p:txBody>
              <a:bodyPr wrap="none" rtlCol="0">
                <a:spAutoFit/>
              </a:bodyPr>
              <a:lstStyle/>
              <a:p>
                <a:r>
                  <a:rPr lang="en-MY" sz="6600" dirty="0">
                    <a:solidFill>
                      <a:schemeClr val="bg1"/>
                    </a:solidFill>
                    <a:latin typeface="Abadi" panose="020B0604020104020204" pitchFamily="34" charset="0"/>
                  </a:rPr>
                  <a:t>seed</a:t>
                </a:r>
                <a:endParaRPr lang="en-MY" dirty="0">
                  <a:solidFill>
                    <a:schemeClr val="bg1"/>
                  </a:solidFill>
                  <a:latin typeface="Abadi" panose="020B0604020104020204" pitchFamily="34" charset="0"/>
                </a:endParaRPr>
              </a:p>
            </p:txBody>
          </p:sp>
          <p:sp>
            <p:nvSpPr>
              <p:cNvPr id="53" name="TextBox 52">
                <a:extLst>
                  <a:ext uri="{FF2B5EF4-FFF2-40B4-BE49-F238E27FC236}">
                    <a16:creationId xmlns:a16="http://schemas.microsoft.com/office/drawing/2014/main" id="{F511EAED-8A70-42B9-A228-1AD03207F1EC}"/>
                  </a:ext>
                </a:extLst>
              </p:cNvPr>
              <p:cNvSpPr txBox="1"/>
              <p:nvPr/>
            </p:nvSpPr>
            <p:spPr>
              <a:xfrm>
                <a:off x="3883954" y="4990055"/>
                <a:ext cx="631904" cy="369332"/>
              </a:xfrm>
              <a:prstGeom prst="rect">
                <a:avLst/>
              </a:prstGeom>
              <a:noFill/>
            </p:spPr>
            <p:txBody>
              <a:bodyPr wrap="none" rtlCol="0">
                <a:spAutoFit/>
              </a:bodyPr>
              <a:lstStyle/>
              <a:p>
                <a:r>
                  <a:rPr lang="en-MY" dirty="0">
                    <a:solidFill>
                      <a:schemeClr val="bg1"/>
                    </a:solidFill>
                    <a:latin typeface="Abadi" panose="020B0604020104020204" pitchFamily="34" charset="0"/>
                  </a:rPr>
                  <a:t>soya</a:t>
                </a:r>
              </a:p>
            </p:txBody>
          </p:sp>
        </p:grpSp>
        <p:pic>
          <p:nvPicPr>
            <p:cNvPr id="49" name="Graphic 48" descr="Acorn with solid fill">
              <a:hlinkClick r:id="rId4" action="ppaction://hlinksldjump"/>
              <a:extLst>
                <a:ext uri="{FF2B5EF4-FFF2-40B4-BE49-F238E27FC236}">
                  <a16:creationId xmlns:a16="http://schemas.microsoft.com/office/drawing/2014/main" id="{8970773E-7266-481D-9B62-33CA7032C36A}"/>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4365472" y="2656589"/>
              <a:ext cx="914400" cy="914400"/>
            </a:xfrm>
            <a:prstGeom prst="rect">
              <a:avLst/>
            </a:prstGeom>
          </p:spPr>
        </p:pic>
      </p:grpSp>
      <p:pic>
        <p:nvPicPr>
          <p:cNvPr id="54" name="Picture 53">
            <a:extLst>
              <a:ext uri="{FF2B5EF4-FFF2-40B4-BE49-F238E27FC236}">
                <a16:creationId xmlns:a16="http://schemas.microsoft.com/office/drawing/2014/main" id="{AAD406FB-6C04-4D21-8B89-B564EB29F55E}"/>
              </a:ext>
            </a:extLst>
          </p:cNvPr>
          <p:cNvPicPr>
            <a:picLocks noChangeAspect="1"/>
          </p:cNvPicPr>
          <p:nvPr/>
        </p:nvPicPr>
        <p:blipFill>
          <a:blip r:embed="rId2"/>
          <a:stretch>
            <a:fillRect/>
          </a:stretch>
        </p:blipFill>
        <p:spPr>
          <a:xfrm>
            <a:off x="9545892" y="472767"/>
            <a:ext cx="516544" cy="935396"/>
          </a:xfrm>
          <a:prstGeom prst="rect">
            <a:avLst/>
          </a:prstGeom>
        </p:spPr>
      </p:pic>
      <p:pic>
        <p:nvPicPr>
          <p:cNvPr id="55" name="Picture 54">
            <a:extLst>
              <a:ext uri="{FF2B5EF4-FFF2-40B4-BE49-F238E27FC236}">
                <a16:creationId xmlns:a16="http://schemas.microsoft.com/office/drawing/2014/main" id="{CDAD943A-C569-4B11-8B45-A343567C5A1C}"/>
              </a:ext>
            </a:extLst>
          </p:cNvPr>
          <p:cNvPicPr>
            <a:picLocks noChangeAspect="1"/>
          </p:cNvPicPr>
          <p:nvPr/>
        </p:nvPicPr>
        <p:blipFill>
          <a:blip r:embed="rId2"/>
          <a:stretch>
            <a:fillRect/>
          </a:stretch>
        </p:blipFill>
        <p:spPr>
          <a:xfrm>
            <a:off x="10145808" y="472767"/>
            <a:ext cx="553554" cy="977154"/>
          </a:xfrm>
          <a:prstGeom prst="rect">
            <a:avLst/>
          </a:prstGeom>
        </p:spPr>
      </p:pic>
      <p:pic>
        <p:nvPicPr>
          <p:cNvPr id="56" name="Picture 55">
            <a:extLst>
              <a:ext uri="{FF2B5EF4-FFF2-40B4-BE49-F238E27FC236}">
                <a16:creationId xmlns:a16="http://schemas.microsoft.com/office/drawing/2014/main" id="{2CAB0DC4-0C98-423F-98D0-35156750E1B1}"/>
              </a:ext>
            </a:extLst>
          </p:cNvPr>
          <p:cNvPicPr>
            <a:picLocks noChangeAspect="1"/>
          </p:cNvPicPr>
          <p:nvPr/>
        </p:nvPicPr>
        <p:blipFill>
          <a:blip r:embed="rId2"/>
          <a:stretch>
            <a:fillRect/>
          </a:stretch>
        </p:blipFill>
        <p:spPr>
          <a:xfrm>
            <a:off x="10723452" y="478644"/>
            <a:ext cx="472476" cy="929519"/>
          </a:xfrm>
          <a:prstGeom prst="rect">
            <a:avLst/>
          </a:prstGeom>
        </p:spPr>
      </p:pic>
      <p:pic>
        <p:nvPicPr>
          <p:cNvPr id="57" name="Picture 56">
            <a:extLst>
              <a:ext uri="{FF2B5EF4-FFF2-40B4-BE49-F238E27FC236}">
                <a16:creationId xmlns:a16="http://schemas.microsoft.com/office/drawing/2014/main" id="{227AC94C-6408-4954-AE06-F30AB292ED0C}"/>
              </a:ext>
            </a:extLst>
          </p:cNvPr>
          <p:cNvPicPr>
            <a:picLocks noChangeAspect="1"/>
          </p:cNvPicPr>
          <p:nvPr/>
        </p:nvPicPr>
        <p:blipFill>
          <a:blip r:embed="rId2"/>
          <a:stretch>
            <a:fillRect/>
          </a:stretch>
        </p:blipFill>
        <p:spPr>
          <a:xfrm>
            <a:off x="11107307" y="307684"/>
            <a:ext cx="785264" cy="1304241"/>
          </a:xfrm>
          <a:prstGeom prst="rect">
            <a:avLst/>
          </a:prstGeom>
        </p:spPr>
      </p:pic>
      <p:sp>
        <p:nvSpPr>
          <p:cNvPr id="58" name="Isosceles Triangle 57">
            <a:extLst>
              <a:ext uri="{FF2B5EF4-FFF2-40B4-BE49-F238E27FC236}">
                <a16:creationId xmlns:a16="http://schemas.microsoft.com/office/drawing/2014/main" id="{D395AC75-E175-4DAD-A44C-2C9083B1A6BF}"/>
              </a:ext>
            </a:extLst>
          </p:cNvPr>
          <p:cNvSpPr/>
          <p:nvPr/>
        </p:nvSpPr>
        <p:spPr>
          <a:xfrm>
            <a:off x="11393259" y="1577930"/>
            <a:ext cx="213360" cy="166201"/>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grpSp>
        <p:nvGrpSpPr>
          <p:cNvPr id="59" name="Group 58">
            <a:extLst>
              <a:ext uri="{FF2B5EF4-FFF2-40B4-BE49-F238E27FC236}">
                <a16:creationId xmlns:a16="http://schemas.microsoft.com/office/drawing/2014/main" id="{2A64AE73-8A05-46C0-BD30-135FFE065CAB}"/>
              </a:ext>
            </a:extLst>
          </p:cNvPr>
          <p:cNvGrpSpPr/>
          <p:nvPr/>
        </p:nvGrpSpPr>
        <p:grpSpPr>
          <a:xfrm>
            <a:off x="288054" y="391276"/>
            <a:ext cx="352425" cy="336551"/>
            <a:chOff x="288054" y="391276"/>
            <a:chExt cx="352425" cy="336551"/>
          </a:xfrm>
        </p:grpSpPr>
        <p:sp>
          <p:nvSpPr>
            <p:cNvPr id="60" name="Rectangle: Rounded Corners 59">
              <a:extLst>
                <a:ext uri="{FF2B5EF4-FFF2-40B4-BE49-F238E27FC236}">
                  <a16:creationId xmlns:a16="http://schemas.microsoft.com/office/drawing/2014/main" id="{645EF437-3953-4954-812B-B2D6C59E054F}"/>
                </a:ext>
              </a:extLst>
            </p:cNvPr>
            <p:cNvSpPr/>
            <p:nvPr/>
          </p:nvSpPr>
          <p:spPr>
            <a:xfrm>
              <a:off x="288054" y="391276"/>
              <a:ext cx="352425" cy="69853"/>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61" name="Rectangle: Rounded Corners 60">
              <a:extLst>
                <a:ext uri="{FF2B5EF4-FFF2-40B4-BE49-F238E27FC236}">
                  <a16:creationId xmlns:a16="http://schemas.microsoft.com/office/drawing/2014/main" id="{C177685E-F68C-4101-A2E7-33EA19E1FE79}"/>
                </a:ext>
              </a:extLst>
            </p:cNvPr>
            <p:cNvSpPr/>
            <p:nvPr/>
          </p:nvSpPr>
          <p:spPr>
            <a:xfrm>
              <a:off x="288054" y="524625"/>
              <a:ext cx="352425" cy="69853"/>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62" name="Rectangle: Rounded Corners 61">
              <a:extLst>
                <a:ext uri="{FF2B5EF4-FFF2-40B4-BE49-F238E27FC236}">
                  <a16:creationId xmlns:a16="http://schemas.microsoft.com/office/drawing/2014/main" id="{9929EF04-FBD8-4FAD-92AB-9238EB39DCB3}"/>
                </a:ext>
              </a:extLst>
            </p:cNvPr>
            <p:cNvSpPr/>
            <p:nvPr/>
          </p:nvSpPr>
          <p:spPr>
            <a:xfrm>
              <a:off x="288054" y="657974"/>
              <a:ext cx="352425" cy="69853"/>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dirty="0"/>
            </a:p>
          </p:txBody>
        </p:sp>
      </p:grpSp>
    </p:spTree>
    <p:extLst>
      <p:ext uri="{BB962C8B-B14F-4D97-AF65-F5344CB8AC3E}">
        <p14:creationId xmlns:p14="http://schemas.microsoft.com/office/powerpoint/2010/main" val="123443676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advTm="1000">
        <p159:morph option="byObject"/>
      </p:transition>
    </mc:Choice>
    <mc:Fallback xmlns="">
      <p:transition spd="slow" advTm="1000">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F1923"/>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F85DB707-4781-49F5-A5E1-7366AE8FF70A}"/>
              </a:ext>
            </a:extLst>
          </p:cNvPr>
          <p:cNvPicPr>
            <a:picLocks noChangeAspect="1"/>
          </p:cNvPicPr>
          <p:nvPr/>
        </p:nvPicPr>
        <p:blipFill rotWithShape="1">
          <a:blip r:embed="rId2"/>
          <a:srcRect l="24998" t="18214" b="28661"/>
          <a:stretch/>
        </p:blipFill>
        <p:spPr>
          <a:xfrm>
            <a:off x="0" y="-1"/>
            <a:ext cx="2958214" cy="6858001"/>
          </a:xfrm>
          <a:prstGeom prst="rect">
            <a:avLst/>
          </a:prstGeom>
        </p:spPr>
      </p:pic>
      <p:sp>
        <p:nvSpPr>
          <p:cNvPr id="8" name="TextBox 7">
            <a:extLst>
              <a:ext uri="{FF2B5EF4-FFF2-40B4-BE49-F238E27FC236}">
                <a16:creationId xmlns:a16="http://schemas.microsoft.com/office/drawing/2014/main" id="{CD16682A-F438-48CB-991E-18C24605039C}"/>
              </a:ext>
            </a:extLst>
          </p:cNvPr>
          <p:cNvSpPr txBox="1"/>
          <p:nvPr/>
        </p:nvSpPr>
        <p:spPr>
          <a:xfrm>
            <a:off x="5442299" y="1656868"/>
            <a:ext cx="2637260" cy="769441"/>
          </a:xfrm>
          <a:prstGeom prst="rect">
            <a:avLst/>
          </a:prstGeom>
          <a:noFill/>
        </p:spPr>
        <p:txBody>
          <a:bodyPr wrap="none" rtlCol="0">
            <a:spAutoFit/>
          </a:bodyPr>
          <a:lstStyle/>
          <a:p>
            <a:r>
              <a:rPr lang="en-MY" sz="4400" b="1" dirty="0">
                <a:solidFill>
                  <a:schemeClr val="bg1"/>
                </a:solidFill>
                <a:latin typeface="Abadi" panose="020B0604020104020204" pitchFamily="34" charset="0"/>
              </a:rPr>
              <a:t>about tree</a:t>
            </a:r>
          </a:p>
        </p:txBody>
      </p:sp>
      <p:sp>
        <p:nvSpPr>
          <p:cNvPr id="9" name="TextBox 8">
            <a:extLst>
              <a:ext uri="{FF2B5EF4-FFF2-40B4-BE49-F238E27FC236}">
                <a16:creationId xmlns:a16="http://schemas.microsoft.com/office/drawing/2014/main" id="{A08BFEA4-E7C4-4886-9DE7-E529D8A35A40}"/>
              </a:ext>
            </a:extLst>
          </p:cNvPr>
          <p:cNvSpPr txBox="1"/>
          <p:nvPr/>
        </p:nvSpPr>
        <p:spPr>
          <a:xfrm>
            <a:off x="5461340" y="2459829"/>
            <a:ext cx="3944166" cy="3693319"/>
          </a:xfrm>
          <a:prstGeom prst="rect">
            <a:avLst/>
          </a:prstGeom>
          <a:noFill/>
        </p:spPr>
        <p:txBody>
          <a:bodyPr wrap="square" rtlCol="0">
            <a:spAutoFit/>
          </a:bodyPr>
          <a:lstStyle/>
          <a:p>
            <a:pPr algn="just"/>
            <a:r>
              <a:rPr lang="en-US" dirty="0">
                <a:solidFill>
                  <a:schemeClr val="bg1">
                    <a:lumMod val="95000"/>
                  </a:schemeClr>
                </a:solidFill>
              </a:rPr>
              <a:t>A seed is an embryonic plant enclosed in a protective outer covering. The formation of the seed is part of the process of reproduction in seed plants, the spermatophytes, including the gymnosperm and angiosperm plants.</a:t>
            </a:r>
          </a:p>
          <a:p>
            <a:pPr algn="just"/>
            <a:endParaRPr lang="en-US" dirty="0">
              <a:solidFill>
                <a:schemeClr val="bg1">
                  <a:lumMod val="95000"/>
                </a:schemeClr>
              </a:solidFill>
            </a:endParaRPr>
          </a:p>
          <a:p>
            <a:pPr algn="just"/>
            <a:r>
              <a:rPr lang="en-US" dirty="0">
                <a:solidFill>
                  <a:schemeClr val="bg1">
                    <a:lumMod val="95000"/>
                  </a:schemeClr>
                </a:solidFill>
              </a:rPr>
              <a:t>Seeds are the product of the ripened ovule, after fertilization by pollen and some growth within the mother plant. The embryo develops from the zygote, and the seed coat from the integuments of the ovule.</a:t>
            </a:r>
            <a:endParaRPr lang="en-MY" dirty="0">
              <a:solidFill>
                <a:schemeClr val="bg1">
                  <a:lumMod val="95000"/>
                </a:schemeClr>
              </a:solidFill>
            </a:endParaRPr>
          </a:p>
        </p:txBody>
      </p:sp>
      <p:pic>
        <p:nvPicPr>
          <p:cNvPr id="11" name="Picture 10">
            <a:hlinkClick r:id="rId3" action="ppaction://hlinksldjump"/>
            <a:extLst>
              <a:ext uri="{FF2B5EF4-FFF2-40B4-BE49-F238E27FC236}">
                <a16:creationId xmlns:a16="http://schemas.microsoft.com/office/drawing/2014/main" id="{7522525B-964B-4412-823B-24CB6025B03B}"/>
              </a:ext>
            </a:extLst>
          </p:cNvPr>
          <p:cNvPicPr>
            <a:picLocks noChangeAspect="1"/>
          </p:cNvPicPr>
          <p:nvPr/>
        </p:nvPicPr>
        <p:blipFill>
          <a:blip r:embed="rId2"/>
          <a:stretch>
            <a:fillRect/>
          </a:stretch>
        </p:blipFill>
        <p:spPr>
          <a:xfrm>
            <a:off x="3510990" y="374833"/>
            <a:ext cx="1405336" cy="568571"/>
          </a:xfrm>
          <a:prstGeom prst="rect">
            <a:avLst/>
          </a:prstGeom>
        </p:spPr>
      </p:pic>
      <p:sp>
        <p:nvSpPr>
          <p:cNvPr id="20" name="Rectangle: Rounded Corners 19">
            <a:extLst>
              <a:ext uri="{FF2B5EF4-FFF2-40B4-BE49-F238E27FC236}">
                <a16:creationId xmlns:a16="http://schemas.microsoft.com/office/drawing/2014/main" id="{1B633A10-65B0-4DDA-ABB1-3C8F9C582970}"/>
              </a:ext>
            </a:extLst>
          </p:cNvPr>
          <p:cNvSpPr/>
          <p:nvPr/>
        </p:nvSpPr>
        <p:spPr>
          <a:xfrm>
            <a:off x="2187448" y="475521"/>
            <a:ext cx="513420" cy="220134"/>
          </a:xfrm>
          <a:prstGeom prst="roundRect">
            <a:avLst>
              <a:gd name="adj" fmla="val 47436"/>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21" name="TextBox 20">
            <a:extLst>
              <a:ext uri="{FF2B5EF4-FFF2-40B4-BE49-F238E27FC236}">
                <a16:creationId xmlns:a16="http://schemas.microsoft.com/office/drawing/2014/main" id="{761BE441-CA43-4F85-BA30-E875CDB26229}"/>
              </a:ext>
            </a:extLst>
          </p:cNvPr>
          <p:cNvSpPr txBox="1"/>
          <p:nvPr/>
        </p:nvSpPr>
        <p:spPr>
          <a:xfrm>
            <a:off x="949070" y="388764"/>
            <a:ext cx="2561920" cy="369332"/>
          </a:xfrm>
          <a:prstGeom prst="rect">
            <a:avLst/>
          </a:prstGeom>
          <a:noFill/>
        </p:spPr>
        <p:txBody>
          <a:bodyPr wrap="none" rtlCol="0">
            <a:spAutoFit/>
          </a:bodyPr>
          <a:lstStyle/>
          <a:p>
            <a:r>
              <a:rPr lang="en-MY" dirty="0">
                <a:solidFill>
                  <a:schemeClr val="bg1"/>
                </a:solidFill>
                <a:latin typeface="Abadi" panose="020B0604020104020204" pitchFamily="34" charset="0"/>
              </a:rPr>
              <a:t>fruits  seed  tree  bunga</a:t>
            </a:r>
          </a:p>
        </p:txBody>
      </p:sp>
      <p:grpSp>
        <p:nvGrpSpPr>
          <p:cNvPr id="25" name="Group 24">
            <a:extLst>
              <a:ext uri="{FF2B5EF4-FFF2-40B4-BE49-F238E27FC236}">
                <a16:creationId xmlns:a16="http://schemas.microsoft.com/office/drawing/2014/main" id="{F657F7F6-14D2-44D6-BC05-2C6F25BAD19C}"/>
              </a:ext>
            </a:extLst>
          </p:cNvPr>
          <p:cNvGrpSpPr/>
          <p:nvPr/>
        </p:nvGrpSpPr>
        <p:grpSpPr>
          <a:xfrm>
            <a:off x="949070" y="1739138"/>
            <a:ext cx="2114942" cy="4529800"/>
            <a:chOff x="6357238" y="1739138"/>
            <a:chExt cx="2114942" cy="4529800"/>
          </a:xfrm>
        </p:grpSpPr>
        <p:grpSp>
          <p:nvGrpSpPr>
            <p:cNvPr id="26" name="Group 25">
              <a:extLst>
                <a:ext uri="{FF2B5EF4-FFF2-40B4-BE49-F238E27FC236}">
                  <a16:creationId xmlns:a16="http://schemas.microsoft.com/office/drawing/2014/main" id="{C08E6D91-F45F-4FED-BCFD-E02D107E3746}"/>
                </a:ext>
              </a:extLst>
            </p:cNvPr>
            <p:cNvGrpSpPr/>
            <p:nvPr/>
          </p:nvGrpSpPr>
          <p:grpSpPr>
            <a:xfrm>
              <a:off x="6357238" y="1739138"/>
              <a:ext cx="2114942" cy="4529800"/>
              <a:chOff x="6357238" y="1739138"/>
              <a:chExt cx="2114942" cy="4529800"/>
            </a:xfrm>
          </p:grpSpPr>
          <p:sp>
            <p:nvSpPr>
              <p:cNvPr id="28" name="Rectangle: Rounded Corners 27">
                <a:extLst>
                  <a:ext uri="{FF2B5EF4-FFF2-40B4-BE49-F238E27FC236}">
                    <a16:creationId xmlns:a16="http://schemas.microsoft.com/office/drawing/2014/main" id="{6A2AB7D3-34E8-4FCF-9A59-23DBB2A52351}"/>
                  </a:ext>
                </a:extLst>
              </p:cNvPr>
              <p:cNvSpPr/>
              <p:nvPr/>
            </p:nvSpPr>
            <p:spPr>
              <a:xfrm>
                <a:off x="6357238" y="1739138"/>
                <a:ext cx="2114942" cy="4529800"/>
              </a:xfrm>
              <a:prstGeom prst="roundRect">
                <a:avLst/>
              </a:prstGeom>
              <a:blipFill dpi="0" rotWithShape="1">
                <a:blip r:embed="rId2">
                  <a:alphaModFix/>
                  <a:extLst>
                    <a:ext uri="{28A0092B-C50C-407E-A947-70E740481C1C}">
                      <a14:useLocalDpi xmlns:a14="http://schemas.microsoft.com/office/drawing/2010/main" val="0"/>
                    </a:ext>
                  </a:extLst>
                </a:blip>
                <a:srcRect/>
                <a:stretch>
                  <a:fillRect/>
                </a:stretch>
              </a:blipFill>
              <a:ln>
                <a:noFill/>
              </a:ln>
              <a:effectLst>
                <a:outerShdw blurRad="50800" dist="50800" dir="5400000" algn="ctr" rotWithShape="0">
                  <a:srgbClr val="000000">
                    <a:alpha val="5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dirty="0"/>
              </a:p>
            </p:txBody>
          </p:sp>
          <p:sp>
            <p:nvSpPr>
              <p:cNvPr id="29" name="Rectangle: Rounded Corners 28">
                <a:extLst>
                  <a:ext uri="{FF2B5EF4-FFF2-40B4-BE49-F238E27FC236}">
                    <a16:creationId xmlns:a16="http://schemas.microsoft.com/office/drawing/2014/main" id="{F48D6214-499F-4798-846D-91784DB829A6}"/>
                  </a:ext>
                </a:extLst>
              </p:cNvPr>
              <p:cNvSpPr/>
              <p:nvPr/>
            </p:nvSpPr>
            <p:spPr>
              <a:xfrm>
                <a:off x="7042980" y="6038851"/>
                <a:ext cx="743457" cy="76198"/>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30" name="TextBox 29">
                <a:extLst>
                  <a:ext uri="{FF2B5EF4-FFF2-40B4-BE49-F238E27FC236}">
                    <a16:creationId xmlns:a16="http://schemas.microsoft.com/office/drawing/2014/main" id="{3653272B-86BD-406A-A2F8-730907F31602}"/>
                  </a:ext>
                </a:extLst>
              </p:cNvPr>
              <p:cNvSpPr txBox="1"/>
              <p:nvPr/>
            </p:nvSpPr>
            <p:spPr>
              <a:xfrm>
                <a:off x="6575915" y="4950493"/>
                <a:ext cx="1596912" cy="1107996"/>
              </a:xfrm>
              <a:prstGeom prst="rect">
                <a:avLst/>
              </a:prstGeom>
              <a:noFill/>
            </p:spPr>
            <p:txBody>
              <a:bodyPr wrap="none" rtlCol="0">
                <a:spAutoFit/>
              </a:bodyPr>
              <a:lstStyle/>
              <a:p>
                <a:r>
                  <a:rPr lang="en-MY" sz="6600" dirty="0">
                    <a:solidFill>
                      <a:schemeClr val="bg1"/>
                    </a:solidFill>
                    <a:latin typeface="Abadi" panose="020B0604020104020204" pitchFamily="34" charset="0"/>
                  </a:rPr>
                  <a:t>tree</a:t>
                </a:r>
                <a:endParaRPr lang="en-MY" dirty="0">
                  <a:solidFill>
                    <a:schemeClr val="bg1"/>
                  </a:solidFill>
                  <a:latin typeface="Abadi" panose="020B0604020104020204" pitchFamily="34" charset="0"/>
                </a:endParaRPr>
              </a:p>
            </p:txBody>
          </p:sp>
          <p:sp>
            <p:nvSpPr>
              <p:cNvPr id="31" name="TextBox 30">
                <a:extLst>
                  <a:ext uri="{FF2B5EF4-FFF2-40B4-BE49-F238E27FC236}">
                    <a16:creationId xmlns:a16="http://schemas.microsoft.com/office/drawing/2014/main" id="{04077A57-4606-4B86-A8A4-D7EA26188478}"/>
                  </a:ext>
                </a:extLst>
              </p:cNvPr>
              <p:cNvSpPr txBox="1"/>
              <p:nvPr/>
            </p:nvSpPr>
            <p:spPr>
              <a:xfrm>
                <a:off x="6616252" y="4950493"/>
                <a:ext cx="647934" cy="369332"/>
              </a:xfrm>
              <a:prstGeom prst="rect">
                <a:avLst/>
              </a:prstGeom>
              <a:noFill/>
            </p:spPr>
            <p:txBody>
              <a:bodyPr wrap="none" rtlCol="0">
                <a:spAutoFit/>
              </a:bodyPr>
              <a:lstStyle/>
              <a:p>
                <a:r>
                  <a:rPr lang="en-MY" dirty="0">
                    <a:solidFill>
                      <a:schemeClr val="bg1"/>
                    </a:solidFill>
                    <a:latin typeface="Abadi" panose="020B0604020104020204" pitchFamily="34" charset="0"/>
                  </a:rPr>
                  <a:t>lama</a:t>
                </a:r>
              </a:p>
            </p:txBody>
          </p:sp>
        </p:grpSp>
        <p:pic>
          <p:nvPicPr>
            <p:cNvPr id="27" name="Graphic 26" descr="Tree With Roots with solid fill">
              <a:extLst>
                <a:ext uri="{FF2B5EF4-FFF2-40B4-BE49-F238E27FC236}">
                  <a16:creationId xmlns:a16="http://schemas.microsoft.com/office/drawing/2014/main" id="{C24E0C7B-0D28-4263-B27F-FCFFF39B6915}"/>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6940219" y="2615019"/>
              <a:ext cx="914400" cy="914400"/>
            </a:xfrm>
            <a:prstGeom prst="rect">
              <a:avLst/>
            </a:prstGeom>
          </p:spPr>
        </p:pic>
      </p:grpSp>
      <p:grpSp>
        <p:nvGrpSpPr>
          <p:cNvPr id="32" name="Group 31">
            <a:extLst>
              <a:ext uri="{FF2B5EF4-FFF2-40B4-BE49-F238E27FC236}">
                <a16:creationId xmlns:a16="http://schemas.microsoft.com/office/drawing/2014/main" id="{1C16B977-0BC4-4C03-AFEE-CE850F8656CC}"/>
              </a:ext>
            </a:extLst>
          </p:cNvPr>
          <p:cNvGrpSpPr/>
          <p:nvPr/>
        </p:nvGrpSpPr>
        <p:grpSpPr>
          <a:xfrm>
            <a:off x="-7872455" y="1718600"/>
            <a:ext cx="2155690" cy="4529800"/>
            <a:chOff x="973974" y="1718600"/>
            <a:chExt cx="2155690" cy="4529800"/>
          </a:xfrm>
        </p:grpSpPr>
        <p:grpSp>
          <p:nvGrpSpPr>
            <p:cNvPr id="33" name="Group 32">
              <a:extLst>
                <a:ext uri="{FF2B5EF4-FFF2-40B4-BE49-F238E27FC236}">
                  <a16:creationId xmlns:a16="http://schemas.microsoft.com/office/drawing/2014/main" id="{0598B392-5BE1-4D60-9CAF-046987264EAF}"/>
                </a:ext>
              </a:extLst>
            </p:cNvPr>
            <p:cNvGrpSpPr/>
            <p:nvPr/>
          </p:nvGrpSpPr>
          <p:grpSpPr>
            <a:xfrm>
              <a:off x="973974" y="1718600"/>
              <a:ext cx="2155690" cy="4529800"/>
              <a:chOff x="973974" y="1718600"/>
              <a:chExt cx="2155690" cy="4529800"/>
            </a:xfrm>
            <a:blipFill dpi="0" rotWithShape="1">
              <a:blip r:embed="rId2">
                <a:extLst>
                  <a:ext uri="{28A0092B-C50C-407E-A947-70E740481C1C}">
                    <a14:useLocalDpi xmlns:a14="http://schemas.microsoft.com/office/drawing/2010/main" val="0"/>
                  </a:ext>
                </a:extLst>
              </a:blip>
              <a:srcRect/>
              <a:stretch>
                <a:fillRect/>
              </a:stretch>
            </a:blipFill>
          </p:grpSpPr>
          <p:sp>
            <p:nvSpPr>
              <p:cNvPr id="36" name="Rectangle: Rounded Corners 35">
                <a:extLst>
                  <a:ext uri="{FF2B5EF4-FFF2-40B4-BE49-F238E27FC236}">
                    <a16:creationId xmlns:a16="http://schemas.microsoft.com/office/drawing/2014/main" id="{3A6930C3-0500-4318-8D08-6687C441E97B}"/>
                  </a:ext>
                </a:extLst>
              </p:cNvPr>
              <p:cNvSpPr/>
              <p:nvPr/>
            </p:nvSpPr>
            <p:spPr>
              <a:xfrm>
                <a:off x="1014722" y="1718600"/>
                <a:ext cx="2114942" cy="4529800"/>
              </a:xfrm>
              <a:prstGeom prst="roundRect">
                <a:avLst/>
              </a:prstGeom>
              <a:grpFill/>
              <a:ln>
                <a:noFill/>
              </a:ln>
              <a:effectLst>
                <a:outerShdw blurRad="50800" dist="50800" dir="5400000" algn="ctr" rotWithShape="0">
                  <a:srgbClr val="000000">
                    <a:alpha val="5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dirty="0"/>
              </a:p>
            </p:txBody>
          </p:sp>
          <p:sp>
            <p:nvSpPr>
              <p:cNvPr id="37" name="Rectangle: Rounded Corners 36">
                <a:extLst>
                  <a:ext uri="{FF2B5EF4-FFF2-40B4-BE49-F238E27FC236}">
                    <a16:creationId xmlns:a16="http://schemas.microsoft.com/office/drawing/2014/main" id="{A7BD1937-E88C-4CD9-8D3C-D5CA26E6B484}"/>
                  </a:ext>
                </a:extLst>
              </p:cNvPr>
              <p:cNvSpPr/>
              <p:nvPr/>
            </p:nvSpPr>
            <p:spPr>
              <a:xfrm>
                <a:off x="1700464" y="6076950"/>
                <a:ext cx="743457" cy="76198"/>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38" name="TextBox 37">
                <a:extLst>
                  <a:ext uri="{FF2B5EF4-FFF2-40B4-BE49-F238E27FC236}">
                    <a16:creationId xmlns:a16="http://schemas.microsoft.com/office/drawing/2014/main" id="{9A547D6B-0B15-4E24-A9A8-E1DF26269CEE}"/>
                  </a:ext>
                </a:extLst>
              </p:cNvPr>
              <p:cNvSpPr txBox="1"/>
              <p:nvPr/>
            </p:nvSpPr>
            <p:spPr>
              <a:xfrm>
                <a:off x="973974" y="4966035"/>
                <a:ext cx="1843774" cy="1015663"/>
              </a:xfrm>
              <a:prstGeom prst="rect">
                <a:avLst/>
              </a:prstGeom>
              <a:grpFill/>
            </p:spPr>
            <p:txBody>
              <a:bodyPr wrap="none" rtlCol="0">
                <a:spAutoFit/>
              </a:bodyPr>
              <a:lstStyle/>
              <a:p>
                <a:r>
                  <a:rPr lang="en-MY" sz="6000" dirty="0">
                    <a:solidFill>
                      <a:schemeClr val="bg1"/>
                    </a:solidFill>
                    <a:latin typeface="Abadi" panose="020B0604020104020204" pitchFamily="34" charset="0"/>
                  </a:rPr>
                  <a:t>fruits</a:t>
                </a:r>
                <a:endParaRPr lang="en-MY" dirty="0">
                  <a:solidFill>
                    <a:schemeClr val="bg1"/>
                  </a:solidFill>
                  <a:latin typeface="Abadi" panose="020B0604020104020204" pitchFamily="34" charset="0"/>
                </a:endParaRPr>
              </a:p>
            </p:txBody>
          </p:sp>
          <p:sp>
            <p:nvSpPr>
              <p:cNvPr id="39" name="TextBox 38">
                <a:extLst>
                  <a:ext uri="{FF2B5EF4-FFF2-40B4-BE49-F238E27FC236}">
                    <a16:creationId xmlns:a16="http://schemas.microsoft.com/office/drawing/2014/main" id="{B5693259-9476-4739-88C3-22EDE8D3996F}"/>
                  </a:ext>
                </a:extLst>
              </p:cNvPr>
              <p:cNvSpPr txBox="1"/>
              <p:nvPr/>
            </p:nvSpPr>
            <p:spPr>
              <a:xfrm>
                <a:off x="1014722" y="4896377"/>
                <a:ext cx="630301" cy="369332"/>
              </a:xfrm>
              <a:prstGeom prst="rect">
                <a:avLst/>
              </a:prstGeom>
              <a:noFill/>
            </p:spPr>
            <p:txBody>
              <a:bodyPr wrap="none" rtlCol="0">
                <a:spAutoFit/>
              </a:bodyPr>
              <a:lstStyle/>
              <a:p>
                <a:r>
                  <a:rPr lang="en-MY" dirty="0">
                    <a:solidFill>
                      <a:schemeClr val="bg1"/>
                    </a:solidFill>
                    <a:latin typeface="Abadi" panose="020B0604020104020204" pitchFamily="34" charset="0"/>
                  </a:rPr>
                  <a:t>baru</a:t>
                </a:r>
              </a:p>
            </p:txBody>
          </p:sp>
        </p:grpSp>
        <p:sp>
          <p:nvSpPr>
            <p:cNvPr id="34" name="Rectangle: Rounded Corners 33">
              <a:extLst>
                <a:ext uri="{FF2B5EF4-FFF2-40B4-BE49-F238E27FC236}">
                  <a16:creationId xmlns:a16="http://schemas.microsoft.com/office/drawing/2014/main" id="{08BB21B3-29AC-4CB1-B476-54239E65FB50}"/>
                </a:ext>
              </a:extLst>
            </p:cNvPr>
            <p:cNvSpPr/>
            <p:nvPr/>
          </p:nvSpPr>
          <p:spPr>
            <a:xfrm>
              <a:off x="1706111" y="5972378"/>
              <a:ext cx="743457" cy="76198"/>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pic>
          <p:nvPicPr>
            <p:cNvPr id="35" name="Graphic 34" descr="Blueberry with solid fill">
              <a:extLst>
                <a:ext uri="{FF2B5EF4-FFF2-40B4-BE49-F238E27FC236}">
                  <a16:creationId xmlns:a16="http://schemas.microsoft.com/office/drawing/2014/main" id="{7811840E-582A-4173-A9D4-3F898A2897FF}"/>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481811" y="2589204"/>
              <a:ext cx="1180759" cy="1180759"/>
            </a:xfrm>
            <a:prstGeom prst="rect">
              <a:avLst/>
            </a:prstGeom>
          </p:spPr>
        </p:pic>
      </p:grpSp>
      <p:grpSp>
        <p:nvGrpSpPr>
          <p:cNvPr id="40" name="Group 39">
            <a:extLst>
              <a:ext uri="{FF2B5EF4-FFF2-40B4-BE49-F238E27FC236}">
                <a16:creationId xmlns:a16="http://schemas.microsoft.com/office/drawing/2014/main" id="{56FDB638-03A0-4D07-BEDE-AC158498546A}"/>
              </a:ext>
            </a:extLst>
          </p:cNvPr>
          <p:cNvGrpSpPr/>
          <p:nvPr/>
        </p:nvGrpSpPr>
        <p:grpSpPr>
          <a:xfrm>
            <a:off x="-2592874" y="1739138"/>
            <a:ext cx="2244525" cy="4529800"/>
            <a:chOff x="8997543" y="1739138"/>
            <a:chExt cx="2244525" cy="4529800"/>
          </a:xfrm>
        </p:grpSpPr>
        <p:grpSp>
          <p:nvGrpSpPr>
            <p:cNvPr id="41" name="Group 40">
              <a:extLst>
                <a:ext uri="{FF2B5EF4-FFF2-40B4-BE49-F238E27FC236}">
                  <a16:creationId xmlns:a16="http://schemas.microsoft.com/office/drawing/2014/main" id="{7C72483F-3386-4513-91D5-DB7541304F51}"/>
                </a:ext>
              </a:extLst>
            </p:cNvPr>
            <p:cNvGrpSpPr/>
            <p:nvPr/>
          </p:nvGrpSpPr>
          <p:grpSpPr>
            <a:xfrm>
              <a:off x="8997543" y="1739138"/>
              <a:ext cx="2244525" cy="4529800"/>
              <a:chOff x="8997543" y="1739138"/>
              <a:chExt cx="2244525" cy="4529800"/>
            </a:xfrm>
          </p:grpSpPr>
          <p:sp>
            <p:nvSpPr>
              <p:cNvPr id="43" name="Rectangle: Rounded Corners 42">
                <a:extLst>
                  <a:ext uri="{FF2B5EF4-FFF2-40B4-BE49-F238E27FC236}">
                    <a16:creationId xmlns:a16="http://schemas.microsoft.com/office/drawing/2014/main" id="{4BF1072C-951E-40DC-B056-2FB7F51B90DA}"/>
                  </a:ext>
                </a:extLst>
              </p:cNvPr>
              <p:cNvSpPr/>
              <p:nvPr/>
            </p:nvSpPr>
            <p:spPr>
              <a:xfrm>
                <a:off x="9062336" y="1739138"/>
                <a:ext cx="2114942" cy="4529800"/>
              </a:xfrm>
              <a:prstGeom prst="roundRect">
                <a:avLst/>
              </a:prstGeom>
              <a:blipFill dpi="0" rotWithShape="1">
                <a:blip r:embed="rId2">
                  <a:alphaModFix/>
                  <a:extLst>
                    <a:ext uri="{28A0092B-C50C-407E-A947-70E740481C1C}">
                      <a14:useLocalDpi xmlns:a14="http://schemas.microsoft.com/office/drawing/2010/main" val="0"/>
                    </a:ext>
                  </a:extLst>
                </a:blip>
                <a:srcRect/>
                <a:stretch>
                  <a:fillRect/>
                </a:stretch>
              </a:blipFill>
              <a:ln>
                <a:noFill/>
              </a:ln>
              <a:effectLst>
                <a:outerShdw blurRad="50800" dist="50800" dir="5400000" algn="ctr" rotWithShape="0">
                  <a:srgbClr val="000000">
                    <a:alpha val="5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dirty="0"/>
              </a:p>
            </p:txBody>
          </p:sp>
          <p:sp>
            <p:nvSpPr>
              <p:cNvPr id="44" name="Rectangle: Rounded Corners 43">
                <a:extLst>
                  <a:ext uri="{FF2B5EF4-FFF2-40B4-BE49-F238E27FC236}">
                    <a16:creationId xmlns:a16="http://schemas.microsoft.com/office/drawing/2014/main" id="{1FED1145-1615-40E0-BAEE-B20595B9B0CA}"/>
                  </a:ext>
                </a:extLst>
              </p:cNvPr>
              <p:cNvSpPr/>
              <p:nvPr/>
            </p:nvSpPr>
            <p:spPr>
              <a:xfrm>
                <a:off x="9748078" y="6076950"/>
                <a:ext cx="743457" cy="76198"/>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45" name="TextBox 44">
                <a:extLst>
                  <a:ext uri="{FF2B5EF4-FFF2-40B4-BE49-F238E27FC236}">
                    <a16:creationId xmlns:a16="http://schemas.microsoft.com/office/drawing/2014/main" id="{B27230E1-CD35-4CFC-91C8-C57C5F555AE7}"/>
                  </a:ext>
                </a:extLst>
              </p:cNvPr>
              <p:cNvSpPr txBox="1"/>
              <p:nvPr/>
            </p:nvSpPr>
            <p:spPr>
              <a:xfrm>
                <a:off x="8997543" y="5015120"/>
                <a:ext cx="2244525" cy="1015663"/>
              </a:xfrm>
              <a:prstGeom prst="rect">
                <a:avLst/>
              </a:prstGeom>
              <a:noFill/>
            </p:spPr>
            <p:txBody>
              <a:bodyPr wrap="none" rtlCol="0">
                <a:spAutoFit/>
              </a:bodyPr>
              <a:lstStyle/>
              <a:p>
                <a:r>
                  <a:rPr lang="en-MY" sz="6000" dirty="0">
                    <a:solidFill>
                      <a:schemeClr val="bg1"/>
                    </a:solidFill>
                    <a:latin typeface="Abadi" panose="020B0604020104020204" pitchFamily="34" charset="0"/>
                  </a:rPr>
                  <a:t>bunga</a:t>
                </a:r>
                <a:endParaRPr lang="en-MY" dirty="0">
                  <a:solidFill>
                    <a:schemeClr val="bg1"/>
                  </a:solidFill>
                  <a:latin typeface="Abadi" panose="020B0604020104020204" pitchFamily="34" charset="0"/>
                </a:endParaRPr>
              </a:p>
            </p:txBody>
          </p:sp>
          <p:sp>
            <p:nvSpPr>
              <p:cNvPr id="46" name="TextBox 45">
                <a:extLst>
                  <a:ext uri="{FF2B5EF4-FFF2-40B4-BE49-F238E27FC236}">
                    <a16:creationId xmlns:a16="http://schemas.microsoft.com/office/drawing/2014/main" id="{123A7260-8E18-4FD8-9C1E-58540FCC897A}"/>
                  </a:ext>
                </a:extLst>
              </p:cNvPr>
              <p:cNvSpPr txBox="1"/>
              <p:nvPr/>
            </p:nvSpPr>
            <p:spPr>
              <a:xfrm>
                <a:off x="9043600" y="4940970"/>
                <a:ext cx="833883" cy="369332"/>
              </a:xfrm>
              <a:prstGeom prst="rect">
                <a:avLst/>
              </a:prstGeom>
              <a:noFill/>
            </p:spPr>
            <p:txBody>
              <a:bodyPr wrap="none" rtlCol="0">
                <a:spAutoFit/>
              </a:bodyPr>
              <a:lstStyle/>
              <a:p>
                <a:r>
                  <a:rPr lang="en-MY" dirty="0">
                    <a:solidFill>
                      <a:schemeClr val="bg1"/>
                    </a:solidFill>
                    <a:latin typeface="Abadi" panose="020B0604020104020204" pitchFamily="34" charset="0"/>
                  </a:rPr>
                  <a:t>rapper</a:t>
                </a:r>
              </a:p>
            </p:txBody>
          </p:sp>
        </p:grpSp>
        <p:pic>
          <p:nvPicPr>
            <p:cNvPr id="42" name="Graphic 41" descr="Frangipani with solid fill">
              <a:extLst>
                <a:ext uri="{FF2B5EF4-FFF2-40B4-BE49-F238E27FC236}">
                  <a16:creationId xmlns:a16="http://schemas.microsoft.com/office/drawing/2014/main" id="{B72A241A-4F1E-48AA-9EE4-0C64ACD66D5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9721288" y="2633152"/>
              <a:ext cx="914400" cy="914400"/>
            </a:xfrm>
            <a:prstGeom prst="rect">
              <a:avLst/>
            </a:prstGeom>
          </p:spPr>
        </p:pic>
      </p:grpSp>
      <p:grpSp>
        <p:nvGrpSpPr>
          <p:cNvPr id="47" name="Group 46">
            <a:extLst>
              <a:ext uri="{FF2B5EF4-FFF2-40B4-BE49-F238E27FC236}">
                <a16:creationId xmlns:a16="http://schemas.microsoft.com/office/drawing/2014/main" id="{459B61E9-1AD0-4BFB-852A-7E0784845052}"/>
              </a:ext>
            </a:extLst>
          </p:cNvPr>
          <p:cNvGrpSpPr/>
          <p:nvPr/>
        </p:nvGrpSpPr>
        <p:grpSpPr>
          <a:xfrm>
            <a:off x="-5126607" y="1739138"/>
            <a:ext cx="2114942" cy="4529800"/>
            <a:chOff x="3719822" y="1739138"/>
            <a:chExt cx="2114942" cy="4529800"/>
          </a:xfrm>
        </p:grpSpPr>
        <p:grpSp>
          <p:nvGrpSpPr>
            <p:cNvPr id="48" name="Group 47">
              <a:extLst>
                <a:ext uri="{FF2B5EF4-FFF2-40B4-BE49-F238E27FC236}">
                  <a16:creationId xmlns:a16="http://schemas.microsoft.com/office/drawing/2014/main" id="{E690B8F8-47F8-42A5-B726-5FACDB263ABE}"/>
                </a:ext>
              </a:extLst>
            </p:cNvPr>
            <p:cNvGrpSpPr/>
            <p:nvPr/>
          </p:nvGrpSpPr>
          <p:grpSpPr>
            <a:xfrm>
              <a:off x="3719822" y="1739138"/>
              <a:ext cx="2114942" cy="4529800"/>
              <a:chOff x="3719822" y="1739138"/>
              <a:chExt cx="2114942" cy="4529800"/>
            </a:xfrm>
          </p:grpSpPr>
          <p:sp>
            <p:nvSpPr>
              <p:cNvPr id="50" name="Rectangle: Rounded Corners 49">
                <a:extLst>
                  <a:ext uri="{FF2B5EF4-FFF2-40B4-BE49-F238E27FC236}">
                    <a16:creationId xmlns:a16="http://schemas.microsoft.com/office/drawing/2014/main" id="{DA6AF659-948A-45DF-9B50-4FBF5CA6AD39}"/>
                  </a:ext>
                </a:extLst>
              </p:cNvPr>
              <p:cNvSpPr/>
              <p:nvPr/>
            </p:nvSpPr>
            <p:spPr>
              <a:xfrm>
                <a:off x="3719822" y="1739138"/>
                <a:ext cx="2114942" cy="4529800"/>
              </a:xfrm>
              <a:prstGeom prst="roundRect">
                <a:avLst/>
              </a:prstGeom>
              <a:blipFill dpi="0" rotWithShape="1">
                <a:blip r:embed="rId2">
                  <a:alphaModFix/>
                  <a:extLst>
                    <a:ext uri="{28A0092B-C50C-407E-A947-70E740481C1C}">
                      <a14:useLocalDpi xmlns:a14="http://schemas.microsoft.com/office/drawing/2010/main" val="0"/>
                    </a:ext>
                  </a:extLst>
                </a:blip>
                <a:srcRect/>
                <a:stretch>
                  <a:fillRect/>
                </a:stretch>
              </a:blipFill>
              <a:ln>
                <a:noFill/>
              </a:ln>
              <a:effectLst>
                <a:outerShdw blurRad="50800" dist="50800" dir="5400000" algn="ctr" rotWithShape="0">
                  <a:srgbClr val="000000">
                    <a:alpha val="5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dirty="0"/>
              </a:p>
            </p:txBody>
          </p:sp>
          <p:sp>
            <p:nvSpPr>
              <p:cNvPr id="51" name="Rectangle: Rounded Corners 50">
                <a:extLst>
                  <a:ext uri="{FF2B5EF4-FFF2-40B4-BE49-F238E27FC236}">
                    <a16:creationId xmlns:a16="http://schemas.microsoft.com/office/drawing/2014/main" id="{5CD28CF4-C461-4EAF-AC4D-45CA36D42270}"/>
                  </a:ext>
                </a:extLst>
              </p:cNvPr>
              <p:cNvSpPr/>
              <p:nvPr/>
            </p:nvSpPr>
            <p:spPr>
              <a:xfrm>
                <a:off x="4405564" y="6076950"/>
                <a:ext cx="743457" cy="76198"/>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52" name="TextBox 51">
                <a:extLst>
                  <a:ext uri="{FF2B5EF4-FFF2-40B4-BE49-F238E27FC236}">
                    <a16:creationId xmlns:a16="http://schemas.microsoft.com/office/drawing/2014/main" id="{E1029536-8AB8-46C6-A194-38F31E0C31CD}"/>
                  </a:ext>
                </a:extLst>
              </p:cNvPr>
              <p:cNvSpPr txBox="1"/>
              <p:nvPr/>
            </p:nvSpPr>
            <p:spPr>
              <a:xfrm>
                <a:off x="3883954" y="4940970"/>
                <a:ext cx="1877437" cy="1107996"/>
              </a:xfrm>
              <a:prstGeom prst="rect">
                <a:avLst/>
              </a:prstGeom>
              <a:noFill/>
            </p:spPr>
            <p:txBody>
              <a:bodyPr wrap="none" rtlCol="0">
                <a:spAutoFit/>
              </a:bodyPr>
              <a:lstStyle/>
              <a:p>
                <a:r>
                  <a:rPr lang="en-MY" sz="6600" dirty="0">
                    <a:solidFill>
                      <a:schemeClr val="bg1"/>
                    </a:solidFill>
                    <a:latin typeface="Abadi" panose="020B0604020104020204" pitchFamily="34" charset="0"/>
                  </a:rPr>
                  <a:t>seed</a:t>
                </a:r>
                <a:endParaRPr lang="en-MY" dirty="0">
                  <a:solidFill>
                    <a:schemeClr val="bg1"/>
                  </a:solidFill>
                  <a:latin typeface="Abadi" panose="020B0604020104020204" pitchFamily="34" charset="0"/>
                </a:endParaRPr>
              </a:p>
            </p:txBody>
          </p:sp>
          <p:sp>
            <p:nvSpPr>
              <p:cNvPr id="53" name="TextBox 52">
                <a:extLst>
                  <a:ext uri="{FF2B5EF4-FFF2-40B4-BE49-F238E27FC236}">
                    <a16:creationId xmlns:a16="http://schemas.microsoft.com/office/drawing/2014/main" id="{611ACDBC-849A-4BAD-B3F3-170B2C3C06FF}"/>
                  </a:ext>
                </a:extLst>
              </p:cNvPr>
              <p:cNvSpPr txBox="1"/>
              <p:nvPr/>
            </p:nvSpPr>
            <p:spPr>
              <a:xfrm>
                <a:off x="3883954" y="4990055"/>
                <a:ext cx="631904" cy="369332"/>
              </a:xfrm>
              <a:prstGeom prst="rect">
                <a:avLst/>
              </a:prstGeom>
              <a:noFill/>
            </p:spPr>
            <p:txBody>
              <a:bodyPr wrap="none" rtlCol="0">
                <a:spAutoFit/>
              </a:bodyPr>
              <a:lstStyle/>
              <a:p>
                <a:r>
                  <a:rPr lang="en-MY" dirty="0">
                    <a:solidFill>
                      <a:schemeClr val="bg1"/>
                    </a:solidFill>
                    <a:latin typeface="Abadi" panose="020B0604020104020204" pitchFamily="34" charset="0"/>
                  </a:rPr>
                  <a:t>soya</a:t>
                </a:r>
              </a:p>
            </p:txBody>
          </p:sp>
        </p:grpSp>
        <p:pic>
          <p:nvPicPr>
            <p:cNvPr id="49" name="Graphic 48" descr="Acorn with solid fill">
              <a:hlinkClick r:id="rId4" action="ppaction://hlinksldjump"/>
              <a:extLst>
                <a:ext uri="{FF2B5EF4-FFF2-40B4-BE49-F238E27FC236}">
                  <a16:creationId xmlns:a16="http://schemas.microsoft.com/office/drawing/2014/main" id="{F013834A-A90A-49FC-87AE-3E4AA0EF592A}"/>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4365472" y="2656589"/>
              <a:ext cx="914400" cy="914400"/>
            </a:xfrm>
            <a:prstGeom prst="rect">
              <a:avLst/>
            </a:prstGeom>
          </p:spPr>
        </p:pic>
      </p:grpSp>
      <p:pic>
        <p:nvPicPr>
          <p:cNvPr id="54" name="Picture 53">
            <a:extLst>
              <a:ext uri="{FF2B5EF4-FFF2-40B4-BE49-F238E27FC236}">
                <a16:creationId xmlns:a16="http://schemas.microsoft.com/office/drawing/2014/main" id="{31850C2D-0693-4835-B317-0A016F011AEE}"/>
              </a:ext>
            </a:extLst>
          </p:cNvPr>
          <p:cNvPicPr>
            <a:picLocks noChangeAspect="1"/>
          </p:cNvPicPr>
          <p:nvPr/>
        </p:nvPicPr>
        <p:blipFill>
          <a:blip r:embed="rId2"/>
          <a:stretch>
            <a:fillRect/>
          </a:stretch>
        </p:blipFill>
        <p:spPr>
          <a:xfrm>
            <a:off x="9545892" y="472767"/>
            <a:ext cx="516544" cy="935396"/>
          </a:xfrm>
          <a:prstGeom prst="rect">
            <a:avLst/>
          </a:prstGeom>
        </p:spPr>
      </p:pic>
      <p:pic>
        <p:nvPicPr>
          <p:cNvPr id="55" name="Picture 54">
            <a:extLst>
              <a:ext uri="{FF2B5EF4-FFF2-40B4-BE49-F238E27FC236}">
                <a16:creationId xmlns:a16="http://schemas.microsoft.com/office/drawing/2014/main" id="{2A8245FA-2D16-41D4-9319-18D37C4D6449}"/>
              </a:ext>
            </a:extLst>
          </p:cNvPr>
          <p:cNvPicPr>
            <a:picLocks noChangeAspect="1"/>
          </p:cNvPicPr>
          <p:nvPr/>
        </p:nvPicPr>
        <p:blipFill>
          <a:blip r:embed="rId2"/>
          <a:stretch>
            <a:fillRect/>
          </a:stretch>
        </p:blipFill>
        <p:spPr>
          <a:xfrm>
            <a:off x="10087632" y="472767"/>
            <a:ext cx="543045" cy="958603"/>
          </a:xfrm>
          <a:prstGeom prst="rect">
            <a:avLst/>
          </a:prstGeom>
        </p:spPr>
      </p:pic>
      <p:pic>
        <p:nvPicPr>
          <p:cNvPr id="56" name="Picture 55">
            <a:extLst>
              <a:ext uri="{FF2B5EF4-FFF2-40B4-BE49-F238E27FC236}">
                <a16:creationId xmlns:a16="http://schemas.microsoft.com/office/drawing/2014/main" id="{71458B78-7069-4249-886F-D726AB2D8652}"/>
              </a:ext>
            </a:extLst>
          </p:cNvPr>
          <p:cNvPicPr>
            <a:picLocks noChangeAspect="1"/>
          </p:cNvPicPr>
          <p:nvPr/>
        </p:nvPicPr>
        <p:blipFill>
          <a:blip r:embed="rId2"/>
          <a:stretch>
            <a:fillRect/>
          </a:stretch>
        </p:blipFill>
        <p:spPr>
          <a:xfrm>
            <a:off x="10579982" y="288344"/>
            <a:ext cx="662948" cy="1304242"/>
          </a:xfrm>
          <a:prstGeom prst="rect">
            <a:avLst/>
          </a:prstGeom>
        </p:spPr>
      </p:pic>
      <p:pic>
        <p:nvPicPr>
          <p:cNvPr id="57" name="Picture 56">
            <a:extLst>
              <a:ext uri="{FF2B5EF4-FFF2-40B4-BE49-F238E27FC236}">
                <a16:creationId xmlns:a16="http://schemas.microsoft.com/office/drawing/2014/main" id="{E36BF89E-9F69-4D13-A4A9-49C37313C146}"/>
              </a:ext>
            </a:extLst>
          </p:cNvPr>
          <p:cNvPicPr>
            <a:picLocks noChangeAspect="1"/>
          </p:cNvPicPr>
          <p:nvPr/>
        </p:nvPicPr>
        <p:blipFill>
          <a:blip r:embed="rId2"/>
          <a:stretch>
            <a:fillRect/>
          </a:stretch>
        </p:blipFill>
        <p:spPr>
          <a:xfrm>
            <a:off x="11201634" y="472767"/>
            <a:ext cx="587201" cy="935396"/>
          </a:xfrm>
          <a:prstGeom prst="rect">
            <a:avLst/>
          </a:prstGeom>
        </p:spPr>
      </p:pic>
      <p:sp>
        <p:nvSpPr>
          <p:cNvPr id="58" name="Isosceles Triangle 57">
            <a:extLst>
              <a:ext uri="{FF2B5EF4-FFF2-40B4-BE49-F238E27FC236}">
                <a16:creationId xmlns:a16="http://schemas.microsoft.com/office/drawing/2014/main" id="{C4BE670A-BF1C-4BA1-93C7-9FD3CA7E982A}"/>
              </a:ext>
            </a:extLst>
          </p:cNvPr>
          <p:cNvSpPr/>
          <p:nvPr/>
        </p:nvSpPr>
        <p:spPr>
          <a:xfrm>
            <a:off x="10804776" y="1552399"/>
            <a:ext cx="213360" cy="166201"/>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pic>
        <p:nvPicPr>
          <p:cNvPr id="62" name="Picture 2">
            <a:extLst>
              <a:ext uri="{FF2B5EF4-FFF2-40B4-BE49-F238E27FC236}">
                <a16:creationId xmlns:a16="http://schemas.microsoft.com/office/drawing/2014/main" id="{8567F9DF-E39D-4445-8BDF-9985637516F9}"/>
              </a:ext>
            </a:extLst>
          </p:cNvPr>
          <p:cNvPicPr>
            <a:picLocks noChangeAspect="1" noChangeArrowheads="1"/>
          </p:cNvPicPr>
          <p:nvPr/>
        </p:nvPicPr>
        <p:blipFill rotWithShape="1">
          <a:blip r:embed="rId2">
            <a:extLst>
              <a:ext uri="{BEBA8EAE-BF5A-486C-A8C5-ECC9F3942E4B}">
                <a14:imgProps xmlns:a14="http://schemas.microsoft.com/office/drawing/2010/main">
                  <a14:imgLayer r:embed="rId5">
                    <a14:imgEffect>
                      <a14:backgroundRemoval t="10000" b="99630" l="547" r="99792">
                        <a14:foregroundMark x1="4922" y1="93194" x2="99792" y2="93194"/>
                        <a14:foregroundMark x1="99792" y1="93194" x2="99792" y2="93194"/>
                        <a14:foregroundMark x1="55339" y1="83194" x2="91667" y2="81991"/>
                        <a14:foregroundMark x1="91667" y1="81991" x2="93620" y2="81991"/>
                        <a14:foregroundMark x1="95833" y1="72824" x2="90417" y2="86806"/>
                        <a14:foregroundMark x1="4297" y1="85694" x2="9922" y2="94213"/>
                        <a14:foregroundMark x1="4922" y1="97407" x2="93828" y2="99630"/>
                        <a14:foregroundMark x1="1250" y1="92593" x2="547" y2="88009"/>
                      </a14:backgroundRemoval>
                    </a14:imgEffect>
                    <a14:imgEffect>
                      <a14:artisticCutout/>
                    </a14:imgEffect>
                  </a14:imgLayer>
                </a14:imgProps>
              </a:ext>
              <a:ext uri="{28A0092B-C50C-407E-A947-70E740481C1C}">
                <a14:useLocalDpi xmlns:a14="http://schemas.microsoft.com/office/drawing/2010/main" val="0"/>
              </a:ext>
            </a:extLst>
          </a:blip>
          <a:srcRect t="18750"/>
          <a:stretch/>
        </p:blipFill>
        <p:spPr bwMode="auto">
          <a:xfrm>
            <a:off x="0" y="7270747"/>
            <a:ext cx="12192000" cy="5572125"/>
          </a:xfrm>
          <a:prstGeom prst="rect">
            <a:avLst/>
          </a:prstGeom>
          <a:noFill/>
          <a:extLst>
            <a:ext uri="{909E8E84-426E-40DD-AFC4-6F175D3DCCD1}">
              <a14:hiddenFill xmlns:a14="http://schemas.microsoft.com/office/drawing/2010/main">
                <a:solidFill>
                  <a:srgbClr val="FFFFFF"/>
                </a:solidFill>
              </a14:hiddenFill>
            </a:ext>
          </a:extLst>
        </p:spPr>
      </p:pic>
      <p:grpSp>
        <p:nvGrpSpPr>
          <p:cNvPr id="63" name="Group 62">
            <a:extLst>
              <a:ext uri="{FF2B5EF4-FFF2-40B4-BE49-F238E27FC236}">
                <a16:creationId xmlns:a16="http://schemas.microsoft.com/office/drawing/2014/main" id="{05A39D28-A7E8-4A10-A618-B5D25BAB4770}"/>
              </a:ext>
            </a:extLst>
          </p:cNvPr>
          <p:cNvGrpSpPr/>
          <p:nvPr/>
        </p:nvGrpSpPr>
        <p:grpSpPr>
          <a:xfrm>
            <a:off x="0" y="13844681"/>
            <a:ext cx="12192000" cy="6121400"/>
            <a:chOff x="0" y="488949"/>
            <a:chExt cx="12192000" cy="6121400"/>
          </a:xfrm>
        </p:grpSpPr>
        <p:grpSp>
          <p:nvGrpSpPr>
            <p:cNvPr id="64" name="Group 63">
              <a:extLst>
                <a:ext uri="{FF2B5EF4-FFF2-40B4-BE49-F238E27FC236}">
                  <a16:creationId xmlns:a16="http://schemas.microsoft.com/office/drawing/2014/main" id="{ACD08329-7C06-4EBB-B831-E25CC8503B50}"/>
                </a:ext>
              </a:extLst>
            </p:cNvPr>
            <p:cNvGrpSpPr/>
            <p:nvPr/>
          </p:nvGrpSpPr>
          <p:grpSpPr>
            <a:xfrm>
              <a:off x="0" y="488949"/>
              <a:ext cx="12192000" cy="6121400"/>
              <a:chOff x="0" y="736599"/>
              <a:chExt cx="12192000" cy="6121400"/>
            </a:xfrm>
          </p:grpSpPr>
          <p:grpSp>
            <p:nvGrpSpPr>
              <p:cNvPr id="66" name="Group 65">
                <a:extLst>
                  <a:ext uri="{FF2B5EF4-FFF2-40B4-BE49-F238E27FC236}">
                    <a16:creationId xmlns:a16="http://schemas.microsoft.com/office/drawing/2014/main" id="{F57347B4-3933-4B99-B029-FC19842C3D22}"/>
                  </a:ext>
                </a:extLst>
              </p:cNvPr>
              <p:cNvGrpSpPr/>
              <p:nvPr/>
            </p:nvGrpSpPr>
            <p:grpSpPr>
              <a:xfrm>
                <a:off x="0" y="736599"/>
                <a:ext cx="12192000" cy="6121400"/>
                <a:chOff x="0" y="736599"/>
                <a:chExt cx="12192000" cy="6121400"/>
              </a:xfrm>
            </p:grpSpPr>
            <p:pic>
              <p:nvPicPr>
                <p:cNvPr id="69" name="Picture 2">
                  <a:extLst>
                    <a:ext uri="{FF2B5EF4-FFF2-40B4-BE49-F238E27FC236}">
                      <a16:creationId xmlns:a16="http://schemas.microsoft.com/office/drawing/2014/main" id="{3738B58D-E9F4-45E9-8AED-5CAFDADE8688}"/>
                    </a:ext>
                  </a:extLst>
                </p:cNvPr>
                <p:cNvPicPr>
                  <a:picLocks noChangeAspect="1" noChangeArrowheads="1"/>
                </p:cNvPicPr>
                <p:nvPr/>
              </p:nvPicPr>
              <p:blipFill rotWithShape="1">
                <a:blip r:embed="rId2">
                  <a:extLst>
                    <a:ext uri="{BEBA8EAE-BF5A-486C-A8C5-ECC9F3942E4B}">
                      <a14:imgProps xmlns:a14="http://schemas.microsoft.com/office/drawing/2010/main">
                        <a14:imgLayer r:embed="rId5">
                          <a14:imgEffect>
                            <a14:backgroundRemoval t="10000" b="99630" l="547" r="99792">
                              <a14:foregroundMark x1="4922" y1="93194" x2="99792" y2="93194"/>
                              <a14:foregroundMark x1="99792" y1="93194" x2="99792" y2="93194"/>
                              <a14:foregroundMark x1="55339" y1="83194" x2="91667" y2="81991"/>
                              <a14:foregroundMark x1="91667" y1="81991" x2="93620" y2="81991"/>
                              <a14:foregroundMark x1="95833" y1="72824" x2="90417" y2="86806"/>
                              <a14:foregroundMark x1="4297" y1="85694" x2="9922" y2="94213"/>
                              <a14:foregroundMark x1="4922" y1="97407" x2="93828" y2="99630"/>
                              <a14:foregroundMark x1="1250" y1="92593" x2="547" y2="88009"/>
                              <a14:foregroundMark x1="67708" y1="70602" x2="67708" y2="70602"/>
                              <a14:foregroundMark x1="67786" y1="67176" x2="67786" y2="69630"/>
                              <a14:foregroundMark x1="77370" y1="69630" x2="76953" y2="58981"/>
                              <a14:foregroundMark x1="76953" y1="58981" x2="79297" y2="68148"/>
                              <a14:foregroundMark x1="2578" y1="72824" x2="3464" y2="64815"/>
                              <a14:foregroundMark x1="3464" y1="64815" x2="5286" y2="72824"/>
                              <a14:foregroundMark x1="5286" y1="72824" x2="3854" y2="64306"/>
                              <a14:foregroundMark x1="3854" y1="64306" x2="3411" y2="63843"/>
                              <a14:foregroundMark x1="10000" y1="64583" x2="9922" y2="63333"/>
                              <a14:foregroundMark x1="4036" y1="62963" x2="3750" y2="61111"/>
                              <a14:foregroundMark x1="3333" y1="63102" x2="3828" y2="61620"/>
                              <a14:foregroundMark x1="3464" y1="61481" x2="3828" y2="63935"/>
                              <a14:foregroundMark x1="3750" y1="61250" x2="5495" y2="64306"/>
                              <a14:backgroundMark x1="16042" y1="47176" x2="31146" y2="49954"/>
                              <a14:backgroundMark x1="31146" y1="49954" x2="33411" y2="48750"/>
                              <a14:backgroundMark x1="23047" y1="53333" x2="28333" y2="47176"/>
                              <a14:backgroundMark x1="30000" y1="37407" x2="27057" y2="53102"/>
                              <a14:backgroundMark x1="27057" y1="53102" x2="26458" y2="53704"/>
                              <a14:backgroundMark x1="27214" y1="49630" x2="16224" y2="56019"/>
                              <a14:backgroundMark x1="16224" y1="56019" x2="11979" y2="60602"/>
                              <a14:backgroundMark x1="11979" y1="60602" x2="7786" y2="58009"/>
                              <a14:backgroundMark x1="7786" y1="58009" x2="16068" y2="43519"/>
                              <a14:backgroundMark x1="16068" y1="43519" x2="15286" y2="54722"/>
                              <a14:backgroundMark x1="15286" y1="54722" x2="17865" y2="60093"/>
                              <a14:backgroundMark x1="17865" y1="60093" x2="12344" y2="65093"/>
                              <a14:backgroundMark x1="3297" y1="61553" x2="1693" y2="60926"/>
                              <a14:backgroundMark x1="9918" y1="64144" x2="3800" y2="61750"/>
                              <a14:backgroundMark x1="12344" y1="65093" x2="10069" y2="64203"/>
                              <a14:backgroundMark x1="4470" y1="61414" x2="10911" y2="62546"/>
                              <a14:backgroundMark x1="1693" y1="60926" x2="3896" y2="61313"/>
                              <a14:backgroundMark x1="10911" y1="62546" x2="25391" y2="72407"/>
                              <a14:backgroundMark x1="25391" y1="72407" x2="30156" y2="66667"/>
                              <a14:backgroundMark x1="30156" y1="66667" x2="43229" y2="59861"/>
                              <a14:backgroundMark x1="43229" y1="59861" x2="49089" y2="53380"/>
                              <a14:backgroundMark x1="49089" y1="53380" x2="54115" y2="53426"/>
                              <a14:backgroundMark x1="54115" y1="53426" x2="56224" y2="60602"/>
                              <a14:backgroundMark x1="56224" y1="60602" x2="63802" y2="53333"/>
                              <a14:backgroundMark x1="63802" y1="53333" x2="69193" y2="58704"/>
                              <a14:backgroundMark x1="69193" y1="58704" x2="78385" y2="51806"/>
                              <a14:backgroundMark x1="78385" y1="51806" x2="82214" y2="55509"/>
                              <a14:backgroundMark x1="82214" y1="55509" x2="86250" y2="55417"/>
                              <a14:backgroundMark x1="86250" y1="55417" x2="88307" y2="47917"/>
                              <a14:backgroundMark x1="88307" y1="47917" x2="92786" y2="43981"/>
                              <a14:backgroundMark x1="92786" y1="43981" x2="96198" y2="48380"/>
                              <a14:backgroundMark x1="96198" y1="48380" x2="98802" y2="33426"/>
                              <a14:backgroundMark x1="98802" y1="33426" x2="95260" y2="26852"/>
                              <a14:backgroundMark x1="95260" y1="26852" x2="81927" y2="48565"/>
                              <a14:backgroundMark x1="81927" y1="48565" x2="72057" y2="55231"/>
                              <a14:backgroundMark x1="72057" y1="55231" x2="43385" y2="50648"/>
                              <a14:backgroundMark x1="43385" y1="50648" x2="25182" y2="59907"/>
                              <a14:backgroundMark x1="25182" y1="59907" x2="18021" y2="50231"/>
                              <a14:backgroundMark x1="18021" y1="50231" x2="9870" y2="52593"/>
                              <a14:backgroundMark x1="9870" y1="52593" x2="5885" y2="61204"/>
                              <a14:backgroundMark x1="3144" y1="62416" x2="859" y2="63426"/>
                              <a14:backgroundMark x1="5885" y1="61204" x2="4660" y2="61746"/>
                              <a14:backgroundMark x1="859" y1="63426" x2="625" y2="72083"/>
                              <a14:backgroundMark x1="625" y1="72083" x2="625" y2="72083"/>
                              <a14:backgroundMark x1="17995" y1="52454" x2="32891" y2="44769"/>
                              <a14:backgroundMark x1="32891" y1="44769" x2="9740" y2="54213"/>
                              <a14:backgroundMark x1="9740" y1="54213" x2="27214" y2="44398"/>
                              <a14:backgroundMark x1="27214" y1="44398" x2="22161" y2="49954"/>
                              <a14:backgroundMark x1="22161" y1="49954" x2="28672" y2="50185"/>
                              <a14:backgroundMark x1="28672" y1="50185" x2="23646" y2="48148"/>
                              <a14:backgroundMark x1="23646" y1="48148" x2="19505" y2="51481"/>
                              <a14:backgroundMark x1="19505" y1="51481" x2="24792" y2="49630"/>
                              <a14:backgroundMark x1="29792" y1="46898" x2="17708" y2="50741"/>
                              <a14:backgroundMark x1="30286" y1="46898" x2="30911" y2="47176"/>
                              <a14:backgroundMark x1="32995" y1="47639" x2="33255" y2="50741"/>
                              <a14:backgroundMark x1="32161" y1="46667" x2="32708" y2="49491"/>
                              <a14:backgroundMark x1="31380" y1="47037" x2="31589" y2="49861"/>
                              <a14:backgroundMark x1="31536" y1="47037" x2="30625" y2="50000"/>
                              <a14:backgroundMark x1="30911" y1="46435" x2="30625" y2="49769"/>
                              <a14:backgroundMark x1="30625" y1="46528" x2="30755" y2="48889"/>
                              <a14:backgroundMark x1="30495" y1="47639" x2="33464" y2="49861"/>
                              <a14:backgroundMark x1="32422" y1="47176" x2="33542" y2="49028"/>
                              <a14:backgroundMark x1="32370" y1="48380" x2="33750" y2="48657"/>
                              <a14:backgroundMark x1="32578" y1="47176" x2="33880" y2="47407"/>
                              <a14:backgroundMark x1="32630" y1="47407" x2="33620" y2="47639"/>
                              <a14:backgroundMark x1="25078" y1="74676" x2="25078" y2="74676"/>
                              <a14:backgroundMark x1="25755" y1="81620" x2="27500" y2="70694"/>
                              <a14:backgroundMark x1="27500" y1="70694" x2="38177" y2="68657"/>
                              <a14:backgroundMark x1="38177" y1="68657" x2="41328" y2="64120"/>
                              <a14:backgroundMark x1="41328" y1="64120" x2="45599" y2="68611"/>
                              <a14:backgroundMark x1="45599" y1="68611" x2="48411" y2="61111"/>
                              <a14:backgroundMark x1="48411" y1="61111" x2="53438" y2="57778"/>
                              <a14:backgroundMark x1="53438" y1="57778" x2="56510" y2="62361"/>
                              <a14:backgroundMark x1="56510" y1="62361" x2="58880" y2="68472"/>
                              <a14:backgroundMark x1="58880" y1="68472" x2="58958" y2="69769"/>
                              <a14:backgroundMark x1="65495" y1="69630" x2="68828" y2="60000"/>
                              <a14:backgroundMark x1="68828" y1="60000" x2="71771" y2="70648"/>
                              <a14:backgroundMark x1="71771" y1="70648" x2="73203" y2="60185"/>
                              <a14:backgroundMark x1="73203" y1="60185" x2="72708" y2="58148"/>
                              <a14:backgroundMark x1="80625" y1="64444" x2="82005" y2="59028"/>
                              <a14:backgroundMark x1="94297" y1="56667" x2="95547" y2="49259"/>
                              <a14:backgroundMark x1="18203" y1="78519" x2="16302" y2="71157"/>
                              <a14:backgroundMark x1="16302" y1="71157" x2="13255" y2="70139"/>
                            </a14:backgroundRemoval>
                          </a14:imgEffect>
                          <a14:imgEffect>
                            <a14:artisticGlowEdges/>
                          </a14:imgEffect>
                        </a14:imgLayer>
                      </a14:imgProps>
                    </a:ext>
                    <a:ext uri="{28A0092B-C50C-407E-A947-70E740481C1C}">
                      <a14:useLocalDpi xmlns:a14="http://schemas.microsoft.com/office/drawing/2010/main" val="0"/>
                    </a:ext>
                  </a:extLst>
                </a:blip>
                <a:srcRect t="42328"/>
                <a:stretch/>
              </p:blipFill>
              <p:spPr bwMode="auto">
                <a:xfrm>
                  <a:off x="0" y="2902856"/>
                  <a:ext cx="12192000" cy="3955143"/>
                </a:xfrm>
                <a:prstGeom prst="rect">
                  <a:avLst/>
                </a:prstGeom>
                <a:noFill/>
                <a:extLst>
                  <a:ext uri="{909E8E84-426E-40DD-AFC4-6F175D3DCCD1}">
                    <a14:hiddenFill xmlns:a14="http://schemas.microsoft.com/office/drawing/2010/main">
                      <a:solidFill>
                        <a:srgbClr val="FFFFFF"/>
                      </a:solidFill>
                    </a14:hiddenFill>
                  </a:ext>
                </a:extLst>
              </p:spPr>
            </p:pic>
            <p:sp>
              <p:nvSpPr>
                <p:cNvPr id="70" name="Rectangle: Rounded Corners 69">
                  <a:extLst>
                    <a:ext uri="{FF2B5EF4-FFF2-40B4-BE49-F238E27FC236}">
                      <a16:creationId xmlns:a16="http://schemas.microsoft.com/office/drawing/2014/main" id="{44A07AE2-220B-4677-BAF5-FC47C4AC06E0}"/>
                    </a:ext>
                  </a:extLst>
                </p:cNvPr>
                <p:cNvSpPr/>
                <p:nvPr/>
              </p:nvSpPr>
              <p:spPr>
                <a:xfrm>
                  <a:off x="11239500" y="758826"/>
                  <a:ext cx="676275" cy="361950"/>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dirty="0"/>
                </a:p>
              </p:txBody>
            </p:sp>
            <p:sp>
              <p:nvSpPr>
                <p:cNvPr id="71" name="Rectangle: Rounded Corners 70">
                  <a:extLst>
                    <a:ext uri="{FF2B5EF4-FFF2-40B4-BE49-F238E27FC236}">
                      <a16:creationId xmlns:a16="http://schemas.microsoft.com/office/drawing/2014/main" id="{FB6733A0-93C6-4E0B-9780-B4979B6B85E0}"/>
                    </a:ext>
                  </a:extLst>
                </p:cNvPr>
                <p:cNvSpPr/>
                <p:nvPr/>
              </p:nvSpPr>
              <p:spPr>
                <a:xfrm>
                  <a:off x="368300" y="736599"/>
                  <a:ext cx="352425" cy="69853"/>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72" name="Rectangle: Rounded Corners 71">
                  <a:extLst>
                    <a:ext uri="{FF2B5EF4-FFF2-40B4-BE49-F238E27FC236}">
                      <a16:creationId xmlns:a16="http://schemas.microsoft.com/office/drawing/2014/main" id="{A3A3941B-D183-4177-9E10-D6ABFD30D5F1}"/>
                    </a:ext>
                  </a:extLst>
                </p:cNvPr>
                <p:cNvSpPr/>
                <p:nvPr/>
              </p:nvSpPr>
              <p:spPr>
                <a:xfrm>
                  <a:off x="368300" y="869948"/>
                  <a:ext cx="352425" cy="69853"/>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73" name="Rectangle: Rounded Corners 72">
                  <a:extLst>
                    <a:ext uri="{FF2B5EF4-FFF2-40B4-BE49-F238E27FC236}">
                      <a16:creationId xmlns:a16="http://schemas.microsoft.com/office/drawing/2014/main" id="{089E419F-70FA-44D8-ADA1-479D1A150209}"/>
                    </a:ext>
                  </a:extLst>
                </p:cNvPr>
                <p:cNvSpPr/>
                <p:nvPr/>
              </p:nvSpPr>
              <p:spPr>
                <a:xfrm>
                  <a:off x="368300" y="1003297"/>
                  <a:ext cx="352425" cy="69853"/>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dirty="0"/>
                </a:p>
              </p:txBody>
            </p:sp>
            <p:sp>
              <p:nvSpPr>
                <p:cNvPr id="74" name="TextBox 73">
                  <a:extLst>
                    <a:ext uri="{FF2B5EF4-FFF2-40B4-BE49-F238E27FC236}">
                      <a16:creationId xmlns:a16="http://schemas.microsoft.com/office/drawing/2014/main" id="{EE315A6B-0587-47CE-BF97-129E56DDE7F6}"/>
                    </a:ext>
                  </a:extLst>
                </p:cNvPr>
                <p:cNvSpPr txBox="1"/>
                <p:nvPr/>
              </p:nvSpPr>
              <p:spPr>
                <a:xfrm>
                  <a:off x="4252164" y="2562225"/>
                  <a:ext cx="3897221" cy="1200329"/>
                </a:xfrm>
                <a:prstGeom prst="rect">
                  <a:avLst/>
                </a:prstGeom>
                <a:noFill/>
              </p:spPr>
              <p:txBody>
                <a:bodyPr wrap="none" rtlCol="0">
                  <a:spAutoFit/>
                </a:bodyPr>
                <a:lstStyle/>
                <a:p>
                  <a:r>
                    <a:rPr lang="en-MY" sz="7200" dirty="0">
                      <a:solidFill>
                        <a:schemeClr val="bg1"/>
                      </a:solidFill>
                      <a:latin typeface="Felix Titling" panose="04060505060202020A04" pitchFamily="82" charset="0"/>
                    </a:rPr>
                    <a:t>FOREST </a:t>
                  </a:r>
                </a:p>
              </p:txBody>
            </p:sp>
          </p:grpSp>
          <p:sp>
            <p:nvSpPr>
              <p:cNvPr id="67" name="TextBox 66">
                <a:extLst>
                  <a:ext uri="{FF2B5EF4-FFF2-40B4-BE49-F238E27FC236}">
                    <a16:creationId xmlns:a16="http://schemas.microsoft.com/office/drawing/2014/main" id="{6C9F94EC-CD5D-4150-B7A8-4EC831C8B218}"/>
                  </a:ext>
                </a:extLst>
              </p:cNvPr>
              <p:cNvSpPr txBox="1"/>
              <p:nvPr/>
            </p:nvSpPr>
            <p:spPr>
              <a:xfrm>
                <a:off x="9987850" y="6211836"/>
                <a:ext cx="1787669" cy="369332"/>
              </a:xfrm>
              <a:prstGeom prst="rect">
                <a:avLst/>
              </a:prstGeom>
              <a:noFill/>
            </p:spPr>
            <p:txBody>
              <a:bodyPr wrap="none" rtlCol="0">
                <a:spAutoFit/>
              </a:bodyPr>
              <a:lstStyle/>
              <a:p>
                <a:r>
                  <a:rPr lang="en-MY" dirty="0">
                    <a:solidFill>
                      <a:schemeClr val="bg1"/>
                    </a:solidFill>
                    <a:latin typeface="Abadi" panose="020B0604020104020204" pitchFamily="34" charset="0"/>
                  </a:rPr>
                  <a:t>design by hmpt </a:t>
                </a:r>
              </a:p>
            </p:txBody>
          </p:sp>
          <p:sp>
            <p:nvSpPr>
              <p:cNvPr id="68" name="TextBox 67">
                <a:extLst>
                  <a:ext uri="{FF2B5EF4-FFF2-40B4-BE49-F238E27FC236}">
                    <a16:creationId xmlns:a16="http://schemas.microsoft.com/office/drawing/2014/main" id="{44039BF5-470F-48C8-B776-55CB919229A7}"/>
                  </a:ext>
                </a:extLst>
              </p:cNvPr>
              <p:cNvSpPr txBox="1"/>
              <p:nvPr/>
            </p:nvSpPr>
            <p:spPr>
              <a:xfrm>
                <a:off x="211297" y="5988052"/>
                <a:ext cx="803425" cy="707886"/>
              </a:xfrm>
              <a:prstGeom prst="rect">
                <a:avLst/>
              </a:prstGeom>
              <a:noFill/>
            </p:spPr>
            <p:txBody>
              <a:bodyPr wrap="none" rtlCol="0">
                <a:spAutoFit/>
              </a:bodyPr>
              <a:lstStyle/>
              <a:p>
                <a:r>
                  <a:rPr lang="en-MY" sz="4000" dirty="0">
                    <a:solidFill>
                      <a:schemeClr val="bg1"/>
                    </a:solidFill>
                    <a:latin typeface="Abadi" panose="020B0604020104020204" pitchFamily="34" charset="0"/>
                  </a:rPr>
                  <a:t>07</a:t>
                </a:r>
              </a:p>
            </p:txBody>
          </p:sp>
        </p:grpSp>
        <p:pic>
          <p:nvPicPr>
            <p:cNvPr id="65" name="Graphic 64" descr="Leaf with solid fill">
              <a:extLst>
                <a:ext uri="{FF2B5EF4-FFF2-40B4-BE49-F238E27FC236}">
                  <a16:creationId xmlns:a16="http://schemas.microsoft.com/office/drawing/2014/main" id="{5BD17EC7-A321-4756-BBA6-F22EC9BCEFE3}"/>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6253477" y="1901828"/>
              <a:ext cx="720414" cy="720414"/>
            </a:xfrm>
            <a:prstGeom prst="rect">
              <a:avLst/>
            </a:prstGeom>
          </p:spPr>
        </p:pic>
      </p:grpSp>
      <p:grpSp>
        <p:nvGrpSpPr>
          <p:cNvPr id="3" name="Group 2">
            <a:extLst>
              <a:ext uri="{FF2B5EF4-FFF2-40B4-BE49-F238E27FC236}">
                <a16:creationId xmlns:a16="http://schemas.microsoft.com/office/drawing/2014/main" id="{C01614A8-9206-402F-A5CB-16B38CF25080}"/>
              </a:ext>
            </a:extLst>
          </p:cNvPr>
          <p:cNvGrpSpPr/>
          <p:nvPr/>
        </p:nvGrpSpPr>
        <p:grpSpPr>
          <a:xfrm>
            <a:off x="0" y="-14362662"/>
            <a:ext cx="12192000" cy="6858000"/>
            <a:chOff x="0" y="-14362662"/>
            <a:chExt cx="12192000" cy="6858000"/>
          </a:xfrm>
        </p:grpSpPr>
        <p:sp>
          <p:nvSpPr>
            <p:cNvPr id="60" name="Rectangle 59">
              <a:extLst>
                <a:ext uri="{FF2B5EF4-FFF2-40B4-BE49-F238E27FC236}">
                  <a16:creationId xmlns:a16="http://schemas.microsoft.com/office/drawing/2014/main" id="{7705D03A-516B-4B9F-BBBC-4D0E4EED2B49}"/>
                </a:ext>
              </a:extLst>
            </p:cNvPr>
            <p:cNvSpPr/>
            <p:nvPr/>
          </p:nvSpPr>
          <p:spPr>
            <a:xfrm>
              <a:off x="0" y="-14362662"/>
              <a:ext cx="12192000" cy="6858000"/>
            </a:xfrm>
            <a:prstGeom prst="rect">
              <a:avLst/>
            </a:prstGeom>
            <a:solidFill>
              <a:srgbClr val="182A3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dirty="0"/>
            </a:p>
          </p:txBody>
        </p:sp>
        <p:sp>
          <p:nvSpPr>
            <p:cNvPr id="2" name="Moon 1">
              <a:extLst>
                <a:ext uri="{FF2B5EF4-FFF2-40B4-BE49-F238E27FC236}">
                  <a16:creationId xmlns:a16="http://schemas.microsoft.com/office/drawing/2014/main" id="{71C9AF19-9D62-417B-A81E-6175C1327750}"/>
                </a:ext>
              </a:extLst>
            </p:cNvPr>
            <p:cNvSpPr/>
            <p:nvPr/>
          </p:nvSpPr>
          <p:spPr>
            <a:xfrm rot="19819656">
              <a:off x="3228698" y="-13836644"/>
              <a:ext cx="2046931" cy="3447454"/>
            </a:xfrm>
            <a:prstGeom prst="moon">
              <a:avLst>
                <a:gd name="adj" fmla="val 45485"/>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grpSp>
      <p:grpSp>
        <p:nvGrpSpPr>
          <p:cNvPr id="75" name="Group 74">
            <a:extLst>
              <a:ext uri="{FF2B5EF4-FFF2-40B4-BE49-F238E27FC236}">
                <a16:creationId xmlns:a16="http://schemas.microsoft.com/office/drawing/2014/main" id="{C050BB37-9FC4-4FBF-9D73-46421788D4D6}"/>
              </a:ext>
            </a:extLst>
          </p:cNvPr>
          <p:cNvGrpSpPr/>
          <p:nvPr/>
        </p:nvGrpSpPr>
        <p:grpSpPr>
          <a:xfrm>
            <a:off x="288054" y="391276"/>
            <a:ext cx="352425" cy="336551"/>
            <a:chOff x="288054" y="391276"/>
            <a:chExt cx="352425" cy="336551"/>
          </a:xfrm>
        </p:grpSpPr>
        <p:sp>
          <p:nvSpPr>
            <p:cNvPr id="76" name="Rectangle: Rounded Corners 75">
              <a:extLst>
                <a:ext uri="{FF2B5EF4-FFF2-40B4-BE49-F238E27FC236}">
                  <a16:creationId xmlns:a16="http://schemas.microsoft.com/office/drawing/2014/main" id="{F70D7C0C-0BFD-4DC5-A8F5-455D4B4F8F89}"/>
                </a:ext>
              </a:extLst>
            </p:cNvPr>
            <p:cNvSpPr/>
            <p:nvPr/>
          </p:nvSpPr>
          <p:spPr>
            <a:xfrm>
              <a:off x="288054" y="391276"/>
              <a:ext cx="352425" cy="69853"/>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77" name="Rectangle: Rounded Corners 76">
              <a:extLst>
                <a:ext uri="{FF2B5EF4-FFF2-40B4-BE49-F238E27FC236}">
                  <a16:creationId xmlns:a16="http://schemas.microsoft.com/office/drawing/2014/main" id="{E02CF5D2-1499-470B-AFD3-B2CCFB6CA138}"/>
                </a:ext>
              </a:extLst>
            </p:cNvPr>
            <p:cNvSpPr/>
            <p:nvPr/>
          </p:nvSpPr>
          <p:spPr>
            <a:xfrm>
              <a:off x="288054" y="524625"/>
              <a:ext cx="352425" cy="69853"/>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78" name="Rectangle: Rounded Corners 77">
              <a:extLst>
                <a:ext uri="{FF2B5EF4-FFF2-40B4-BE49-F238E27FC236}">
                  <a16:creationId xmlns:a16="http://schemas.microsoft.com/office/drawing/2014/main" id="{FE3EF96E-91ED-4BFA-81DE-E39DA0F7FCEF}"/>
                </a:ext>
              </a:extLst>
            </p:cNvPr>
            <p:cNvSpPr/>
            <p:nvPr/>
          </p:nvSpPr>
          <p:spPr>
            <a:xfrm>
              <a:off x="288054" y="657974"/>
              <a:ext cx="352425" cy="69853"/>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dirty="0"/>
            </a:p>
          </p:txBody>
        </p:sp>
      </p:grpSp>
    </p:spTree>
    <p:extLst>
      <p:ext uri="{BB962C8B-B14F-4D97-AF65-F5344CB8AC3E}">
        <p14:creationId xmlns:p14="http://schemas.microsoft.com/office/powerpoint/2010/main" val="142633751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advTm="1000">
        <p159:morph option="byObject"/>
      </p:transition>
    </mc:Choice>
    <mc:Fallback xmlns="">
      <p:transition spd="slow" advTm="1000">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82A3A"/>
        </a:solidFill>
        <a:effectLst/>
      </p:bgPr>
    </p:bg>
    <p:spTree>
      <p:nvGrpSpPr>
        <p:cNvPr id="1" name=""/>
        <p:cNvGrpSpPr/>
        <p:nvPr/>
      </p:nvGrpSpPr>
      <p:grpSpPr>
        <a:xfrm>
          <a:off x="0" y="0"/>
          <a:ext cx="0" cy="0"/>
          <a:chOff x="0" y="0"/>
          <a:chExt cx="0" cy="0"/>
        </a:xfrm>
      </p:grpSpPr>
      <p:grpSp>
        <p:nvGrpSpPr>
          <p:cNvPr id="67" name="Group 66">
            <a:extLst>
              <a:ext uri="{FF2B5EF4-FFF2-40B4-BE49-F238E27FC236}">
                <a16:creationId xmlns:a16="http://schemas.microsoft.com/office/drawing/2014/main" id="{7216C56E-96BB-4E67-B0F4-999EBC4CBD4F}"/>
              </a:ext>
            </a:extLst>
          </p:cNvPr>
          <p:cNvGrpSpPr/>
          <p:nvPr/>
        </p:nvGrpSpPr>
        <p:grpSpPr>
          <a:xfrm>
            <a:off x="0" y="0"/>
            <a:ext cx="12192000" cy="6858000"/>
            <a:chOff x="0" y="-14362662"/>
            <a:chExt cx="12192000" cy="6858000"/>
          </a:xfrm>
        </p:grpSpPr>
        <p:sp>
          <p:nvSpPr>
            <p:cNvPr id="68" name="Rectangle 67">
              <a:extLst>
                <a:ext uri="{FF2B5EF4-FFF2-40B4-BE49-F238E27FC236}">
                  <a16:creationId xmlns:a16="http://schemas.microsoft.com/office/drawing/2014/main" id="{506EC4C2-6D54-4619-AF7A-687DCA13A732}"/>
                </a:ext>
              </a:extLst>
            </p:cNvPr>
            <p:cNvSpPr/>
            <p:nvPr/>
          </p:nvSpPr>
          <p:spPr>
            <a:xfrm>
              <a:off x="0" y="-14362662"/>
              <a:ext cx="12192000" cy="6858000"/>
            </a:xfrm>
            <a:prstGeom prst="rect">
              <a:avLst/>
            </a:prstGeom>
            <a:solidFill>
              <a:srgbClr val="182A3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69" name="Moon 68">
              <a:extLst>
                <a:ext uri="{FF2B5EF4-FFF2-40B4-BE49-F238E27FC236}">
                  <a16:creationId xmlns:a16="http://schemas.microsoft.com/office/drawing/2014/main" id="{914BA277-7556-4452-BBC6-5E04186AF7C4}"/>
                </a:ext>
              </a:extLst>
            </p:cNvPr>
            <p:cNvSpPr/>
            <p:nvPr/>
          </p:nvSpPr>
          <p:spPr>
            <a:xfrm rot="19819656">
              <a:off x="3228698" y="-13836644"/>
              <a:ext cx="2046931" cy="3447454"/>
            </a:xfrm>
            <a:prstGeom prst="moon">
              <a:avLst>
                <a:gd name="adj" fmla="val 45485"/>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grpSp>
      <p:pic>
        <p:nvPicPr>
          <p:cNvPr id="5" name="Picture 2">
            <a:extLst>
              <a:ext uri="{FF2B5EF4-FFF2-40B4-BE49-F238E27FC236}">
                <a16:creationId xmlns:a16="http://schemas.microsoft.com/office/drawing/2014/main" id="{35E9DA00-F5A7-4B38-BE84-76903888386B}"/>
              </a:ext>
            </a:extLst>
          </p:cNvPr>
          <p:cNvPicPr>
            <a:picLocks noChangeAspect="1" noChangeArrowheads="1"/>
          </p:cNvPicPr>
          <p:nvPr/>
        </p:nvPicPr>
        <p:blipFill rotWithShape="1">
          <a:blip r:embed="rId2">
            <a:extLst>
              <a:ext uri="{BEBA8EAE-BF5A-486C-A8C5-ECC9F3942E4B}">
                <a14:imgProps xmlns:a14="http://schemas.microsoft.com/office/drawing/2010/main">
                  <a14:imgLayer r:embed="rId3">
                    <a14:imgEffect>
                      <a14:backgroundRemoval t="10000" b="99630" l="547" r="99792">
                        <a14:foregroundMark x1="4922" y1="93194" x2="99792" y2="93194"/>
                        <a14:foregroundMark x1="99792" y1="93194" x2="99792" y2="93194"/>
                        <a14:foregroundMark x1="55339" y1="83194" x2="91667" y2="81991"/>
                        <a14:foregroundMark x1="91667" y1="81991" x2="93620" y2="81991"/>
                        <a14:foregroundMark x1="95833" y1="72824" x2="90417" y2="86806"/>
                        <a14:foregroundMark x1="4297" y1="85694" x2="9922" y2="94213"/>
                        <a14:foregroundMark x1="4922" y1="97407" x2="93828" y2="99630"/>
                        <a14:foregroundMark x1="1250" y1="92593" x2="547" y2="88009"/>
                      </a14:backgroundRemoval>
                    </a14:imgEffect>
                    <a14:imgEffect>
                      <a14:artisticCutout/>
                    </a14:imgEffect>
                  </a14:imgLayer>
                </a14:imgProps>
              </a:ext>
              <a:ext uri="{28A0092B-C50C-407E-A947-70E740481C1C}">
                <a14:useLocalDpi xmlns:a14="http://schemas.microsoft.com/office/drawing/2010/main" val="0"/>
              </a:ext>
            </a:extLst>
          </a:blip>
          <a:srcRect t="18750"/>
          <a:stretch/>
        </p:blipFill>
        <p:spPr bwMode="auto">
          <a:xfrm>
            <a:off x="0" y="1285874"/>
            <a:ext cx="12192000" cy="5572125"/>
          </a:xfrm>
          <a:prstGeom prst="rect">
            <a:avLst/>
          </a:prstGeom>
          <a:noFill/>
          <a:extLst>
            <a:ext uri="{909E8E84-426E-40DD-AFC4-6F175D3DCCD1}">
              <a14:hiddenFill xmlns:a14="http://schemas.microsoft.com/office/drawing/2010/main">
                <a:solidFill>
                  <a:srgbClr val="FFFFFF"/>
                </a:solidFill>
              </a14:hiddenFill>
            </a:ext>
          </a:extLst>
        </p:spPr>
      </p:pic>
      <p:grpSp>
        <p:nvGrpSpPr>
          <p:cNvPr id="21" name="Group 20">
            <a:extLst>
              <a:ext uri="{FF2B5EF4-FFF2-40B4-BE49-F238E27FC236}">
                <a16:creationId xmlns:a16="http://schemas.microsoft.com/office/drawing/2014/main" id="{4FF3496E-C795-477D-BC60-FB7E868B5BB7}"/>
              </a:ext>
            </a:extLst>
          </p:cNvPr>
          <p:cNvGrpSpPr/>
          <p:nvPr/>
        </p:nvGrpSpPr>
        <p:grpSpPr>
          <a:xfrm>
            <a:off x="0" y="488949"/>
            <a:ext cx="12192000" cy="6380933"/>
            <a:chOff x="0" y="488949"/>
            <a:chExt cx="12192000" cy="6380933"/>
          </a:xfrm>
        </p:grpSpPr>
        <p:grpSp>
          <p:nvGrpSpPr>
            <p:cNvPr id="17" name="Group 16">
              <a:extLst>
                <a:ext uri="{FF2B5EF4-FFF2-40B4-BE49-F238E27FC236}">
                  <a16:creationId xmlns:a16="http://schemas.microsoft.com/office/drawing/2014/main" id="{5A57B033-DC7B-455A-BD1D-DEF5D6819779}"/>
                </a:ext>
              </a:extLst>
            </p:cNvPr>
            <p:cNvGrpSpPr/>
            <p:nvPr/>
          </p:nvGrpSpPr>
          <p:grpSpPr>
            <a:xfrm>
              <a:off x="0" y="488949"/>
              <a:ext cx="12192000" cy="6380933"/>
              <a:chOff x="0" y="736599"/>
              <a:chExt cx="12192000" cy="6380933"/>
            </a:xfrm>
          </p:grpSpPr>
          <p:grpSp>
            <p:nvGrpSpPr>
              <p:cNvPr id="13" name="Group 12">
                <a:extLst>
                  <a:ext uri="{FF2B5EF4-FFF2-40B4-BE49-F238E27FC236}">
                    <a16:creationId xmlns:a16="http://schemas.microsoft.com/office/drawing/2014/main" id="{F9878F5E-A7C4-4F44-871E-4666F084EDDD}"/>
                  </a:ext>
                </a:extLst>
              </p:cNvPr>
              <p:cNvGrpSpPr/>
              <p:nvPr/>
            </p:nvGrpSpPr>
            <p:grpSpPr>
              <a:xfrm>
                <a:off x="0" y="736599"/>
                <a:ext cx="12192000" cy="6380933"/>
                <a:chOff x="0" y="736599"/>
                <a:chExt cx="12192000" cy="6380933"/>
              </a:xfrm>
            </p:grpSpPr>
            <p:pic>
              <p:nvPicPr>
                <p:cNvPr id="6" name="Picture 2">
                  <a:extLst>
                    <a:ext uri="{FF2B5EF4-FFF2-40B4-BE49-F238E27FC236}">
                      <a16:creationId xmlns:a16="http://schemas.microsoft.com/office/drawing/2014/main" id="{AD24BB51-5597-4744-A45E-0426C3337AAE}"/>
                    </a:ext>
                  </a:extLst>
                </p:cNvPr>
                <p:cNvPicPr>
                  <a:picLocks noChangeAspect="1" noChangeArrowheads="1"/>
                </p:cNvPicPr>
                <p:nvPr/>
              </p:nvPicPr>
              <p:blipFill rotWithShape="1">
                <a:blip r:embed="rId2">
                  <a:extLst>
                    <a:ext uri="{BEBA8EAE-BF5A-486C-A8C5-ECC9F3942E4B}">
                      <a14:imgProps xmlns:a14="http://schemas.microsoft.com/office/drawing/2010/main">
                        <a14:imgLayer r:embed="rId3">
                          <a14:imgEffect>
                            <a14:backgroundRemoval t="10000" b="99630" l="547" r="99792">
                              <a14:foregroundMark x1="4922" y1="93194" x2="99792" y2="93194"/>
                              <a14:foregroundMark x1="99792" y1="93194" x2="99792" y2="93194"/>
                              <a14:foregroundMark x1="55339" y1="83194" x2="91667" y2="81991"/>
                              <a14:foregroundMark x1="91667" y1="81991" x2="93620" y2="81991"/>
                              <a14:foregroundMark x1="95833" y1="72824" x2="90417" y2="86806"/>
                              <a14:foregroundMark x1="4297" y1="85694" x2="9922" y2="94213"/>
                              <a14:foregroundMark x1="4922" y1="97407" x2="93828" y2="99630"/>
                              <a14:foregroundMark x1="1250" y1="92593" x2="547" y2="88009"/>
                              <a14:foregroundMark x1="67708" y1="70602" x2="67708" y2="70602"/>
                              <a14:foregroundMark x1="67786" y1="67176" x2="67786" y2="69630"/>
                              <a14:foregroundMark x1="77370" y1="69630" x2="76953" y2="58981"/>
                              <a14:foregroundMark x1="76953" y1="58981" x2="79297" y2="68148"/>
                              <a14:foregroundMark x1="2578" y1="72824" x2="3464" y2="64815"/>
                              <a14:foregroundMark x1="3464" y1="64815" x2="5286" y2="72824"/>
                              <a14:foregroundMark x1="5286" y1="72824" x2="3854" y2="64306"/>
                              <a14:foregroundMark x1="3854" y1="64306" x2="3411" y2="63843"/>
                              <a14:foregroundMark x1="10000" y1="64583" x2="9922" y2="63333"/>
                              <a14:foregroundMark x1="4036" y1="62963" x2="3750" y2="61111"/>
                              <a14:foregroundMark x1="3333" y1="63102" x2="3828" y2="61620"/>
                              <a14:foregroundMark x1="3464" y1="61481" x2="3828" y2="63935"/>
                              <a14:foregroundMark x1="3750" y1="61250" x2="5495" y2="64306"/>
                              <a14:backgroundMark x1="16042" y1="47176" x2="31146" y2="49954"/>
                              <a14:backgroundMark x1="31146" y1="49954" x2="33411" y2="48750"/>
                              <a14:backgroundMark x1="23047" y1="53333" x2="28333" y2="47176"/>
                              <a14:backgroundMark x1="30000" y1="37407" x2="27057" y2="53102"/>
                              <a14:backgroundMark x1="27057" y1="53102" x2="26458" y2="53704"/>
                              <a14:backgroundMark x1="27214" y1="49630" x2="16224" y2="56019"/>
                              <a14:backgroundMark x1="16224" y1="56019" x2="11979" y2="60602"/>
                              <a14:backgroundMark x1="11979" y1="60602" x2="7786" y2="58009"/>
                              <a14:backgroundMark x1="7786" y1="58009" x2="16068" y2="43519"/>
                              <a14:backgroundMark x1="16068" y1="43519" x2="15286" y2="54722"/>
                              <a14:backgroundMark x1="15286" y1="54722" x2="17865" y2="60093"/>
                              <a14:backgroundMark x1="17865" y1="60093" x2="12344" y2="65093"/>
                              <a14:backgroundMark x1="3297" y1="61553" x2="1693" y2="60926"/>
                              <a14:backgroundMark x1="9918" y1="64144" x2="3800" y2="61750"/>
                              <a14:backgroundMark x1="12344" y1="65093" x2="10069" y2="64203"/>
                              <a14:backgroundMark x1="4470" y1="61414" x2="10911" y2="62546"/>
                              <a14:backgroundMark x1="1693" y1="60926" x2="3896" y2="61313"/>
                              <a14:backgroundMark x1="10911" y1="62546" x2="25391" y2="72407"/>
                              <a14:backgroundMark x1="25391" y1="72407" x2="30156" y2="66667"/>
                              <a14:backgroundMark x1="30156" y1="66667" x2="43229" y2="59861"/>
                              <a14:backgroundMark x1="43229" y1="59861" x2="49089" y2="53380"/>
                              <a14:backgroundMark x1="49089" y1="53380" x2="54115" y2="53426"/>
                              <a14:backgroundMark x1="54115" y1="53426" x2="56224" y2="60602"/>
                              <a14:backgroundMark x1="56224" y1="60602" x2="63802" y2="53333"/>
                              <a14:backgroundMark x1="63802" y1="53333" x2="69193" y2="58704"/>
                              <a14:backgroundMark x1="69193" y1="58704" x2="78385" y2="51806"/>
                              <a14:backgroundMark x1="78385" y1="51806" x2="82214" y2="55509"/>
                              <a14:backgroundMark x1="82214" y1="55509" x2="86250" y2="55417"/>
                              <a14:backgroundMark x1="86250" y1="55417" x2="88307" y2="47917"/>
                              <a14:backgroundMark x1="88307" y1="47917" x2="92786" y2="43981"/>
                              <a14:backgroundMark x1="92786" y1="43981" x2="96198" y2="48380"/>
                              <a14:backgroundMark x1="96198" y1="48380" x2="98802" y2="33426"/>
                              <a14:backgroundMark x1="98802" y1="33426" x2="95260" y2="26852"/>
                              <a14:backgroundMark x1="95260" y1="26852" x2="81927" y2="48565"/>
                              <a14:backgroundMark x1="81927" y1="48565" x2="72057" y2="55231"/>
                              <a14:backgroundMark x1="72057" y1="55231" x2="43385" y2="50648"/>
                              <a14:backgroundMark x1="43385" y1="50648" x2="25182" y2="59907"/>
                              <a14:backgroundMark x1="25182" y1="59907" x2="18021" y2="50231"/>
                              <a14:backgroundMark x1="18021" y1="50231" x2="9870" y2="52593"/>
                              <a14:backgroundMark x1="9870" y1="52593" x2="5885" y2="61204"/>
                              <a14:backgroundMark x1="3144" y1="62416" x2="859" y2="63426"/>
                              <a14:backgroundMark x1="5885" y1="61204" x2="4660" y2="61746"/>
                              <a14:backgroundMark x1="859" y1="63426" x2="625" y2="72083"/>
                              <a14:backgroundMark x1="625" y1="72083" x2="625" y2="72083"/>
                              <a14:backgroundMark x1="17995" y1="52454" x2="32891" y2="44769"/>
                              <a14:backgroundMark x1="32891" y1="44769" x2="9740" y2="54213"/>
                              <a14:backgroundMark x1="9740" y1="54213" x2="27214" y2="44398"/>
                              <a14:backgroundMark x1="27214" y1="44398" x2="22161" y2="49954"/>
                              <a14:backgroundMark x1="22161" y1="49954" x2="28672" y2="50185"/>
                              <a14:backgroundMark x1="28672" y1="50185" x2="23646" y2="48148"/>
                              <a14:backgroundMark x1="23646" y1="48148" x2="19505" y2="51481"/>
                              <a14:backgroundMark x1="19505" y1="51481" x2="24792" y2="49630"/>
                              <a14:backgroundMark x1="29792" y1="46898" x2="17708" y2="50741"/>
                              <a14:backgroundMark x1="30286" y1="46898" x2="30911" y2="47176"/>
                              <a14:backgroundMark x1="32995" y1="47639" x2="33255" y2="50741"/>
                              <a14:backgroundMark x1="32161" y1="46667" x2="32708" y2="49491"/>
                              <a14:backgroundMark x1="31380" y1="47037" x2="31589" y2="49861"/>
                              <a14:backgroundMark x1="31536" y1="47037" x2="30625" y2="50000"/>
                              <a14:backgroundMark x1="30911" y1="46435" x2="30625" y2="49769"/>
                              <a14:backgroundMark x1="30625" y1="46528" x2="30755" y2="48889"/>
                              <a14:backgroundMark x1="30495" y1="47639" x2="33464" y2="49861"/>
                              <a14:backgroundMark x1="32422" y1="47176" x2="33542" y2="49028"/>
                              <a14:backgroundMark x1="32370" y1="48380" x2="33750" y2="48657"/>
                              <a14:backgroundMark x1="32578" y1="47176" x2="33880" y2="47407"/>
                              <a14:backgroundMark x1="32630" y1="47407" x2="33620" y2="47639"/>
                              <a14:backgroundMark x1="25078" y1="74676" x2="25078" y2="74676"/>
                              <a14:backgroundMark x1="25755" y1="81620" x2="27500" y2="70694"/>
                              <a14:backgroundMark x1="27500" y1="70694" x2="38177" y2="68657"/>
                              <a14:backgroundMark x1="38177" y1="68657" x2="41328" y2="64120"/>
                              <a14:backgroundMark x1="41328" y1="64120" x2="45599" y2="68611"/>
                              <a14:backgroundMark x1="45599" y1="68611" x2="48411" y2="61111"/>
                              <a14:backgroundMark x1="48411" y1="61111" x2="53438" y2="57778"/>
                              <a14:backgroundMark x1="53438" y1="57778" x2="56510" y2="62361"/>
                              <a14:backgroundMark x1="56510" y1="62361" x2="58880" y2="68472"/>
                              <a14:backgroundMark x1="58880" y1="68472" x2="58958" y2="69769"/>
                              <a14:backgroundMark x1="65495" y1="69630" x2="68828" y2="60000"/>
                              <a14:backgroundMark x1="68828" y1="60000" x2="71771" y2="70648"/>
                              <a14:backgroundMark x1="71771" y1="70648" x2="73203" y2="60185"/>
                              <a14:backgroundMark x1="73203" y1="60185" x2="72708" y2="58148"/>
                              <a14:backgroundMark x1="80625" y1="64444" x2="82005" y2="59028"/>
                              <a14:backgroundMark x1="94297" y1="56667" x2="95547" y2="49259"/>
                              <a14:backgroundMark x1="18203" y1="78519" x2="16302" y2="71157"/>
                              <a14:backgroundMark x1="16302" y1="71157" x2="13255" y2="70139"/>
                            </a14:backgroundRemoval>
                          </a14:imgEffect>
                          <a14:imgEffect>
                            <a14:artisticGlowEdges/>
                          </a14:imgEffect>
                        </a14:imgLayer>
                      </a14:imgProps>
                    </a:ext>
                    <a:ext uri="{28A0092B-C50C-407E-A947-70E740481C1C}">
                      <a14:useLocalDpi xmlns:a14="http://schemas.microsoft.com/office/drawing/2010/main" val="0"/>
                    </a:ext>
                  </a:extLst>
                </a:blip>
                <a:srcRect t="42328"/>
                <a:stretch/>
              </p:blipFill>
              <p:spPr bwMode="auto">
                <a:xfrm>
                  <a:off x="0" y="3162389"/>
                  <a:ext cx="12192000" cy="3955143"/>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Rounded Corners 3">
                  <a:extLst>
                    <a:ext uri="{FF2B5EF4-FFF2-40B4-BE49-F238E27FC236}">
                      <a16:creationId xmlns:a16="http://schemas.microsoft.com/office/drawing/2014/main" id="{2A021A04-7FBD-4DA0-BFE2-2E416AC68F35}"/>
                    </a:ext>
                  </a:extLst>
                </p:cNvPr>
                <p:cNvSpPr/>
                <p:nvPr/>
              </p:nvSpPr>
              <p:spPr>
                <a:xfrm>
                  <a:off x="11239500" y="758826"/>
                  <a:ext cx="676275" cy="361950"/>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dirty="0"/>
                </a:p>
              </p:txBody>
            </p:sp>
            <p:sp>
              <p:nvSpPr>
                <p:cNvPr id="8" name="Rectangle: Rounded Corners 7">
                  <a:extLst>
                    <a:ext uri="{FF2B5EF4-FFF2-40B4-BE49-F238E27FC236}">
                      <a16:creationId xmlns:a16="http://schemas.microsoft.com/office/drawing/2014/main" id="{124EBD7B-D751-4491-AD1C-AFE076227BD3}"/>
                    </a:ext>
                  </a:extLst>
                </p:cNvPr>
                <p:cNvSpPr/>
                <p:nvPr/>
              </p:nvSpPr>
              <p:spPr>
                <a:xfrm>
                  <a:off x="368300" y="736599"/>
                  <a:ext cx="352425" cy="69853"/>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10" name="Rectangle: Rounded Corners 9">
                  <a:extLst>
                    <a:ext uri="{FF2B5EF4-FFF2-40B4-BE49-F238E27FC236}">
                      <a16:creationId xmlns:a16="http://schemas.microsoft.com/office/drawing/2014/main" id="{4610ADAB-75EC-4370-A9C4-FB30AE9F0672}"/>
                    </a:ext>
                  </a:extLst>
                </p:cNvPr>
                <p:cNvSpPr/>
                <p:nvPr/>
              </p:nvSpPr>
              <p:spPr>
                <a:xfrm>
                  <a:off x="368300" y="869948"/>
                  <a:ext cx="352425" cy="69853"/>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11" name="Rectangle: Rounded Corners 10">
                  <a:extLst>
                    <a:ext uri="{FF2B5EF4-FFF2-40B4-BE49-F238E27FC236}">
                      <a16:creationId xmlns:a16="http://schemas.microsoft.com/office/drawing/2014/main" id="{7E55878B-4042-41C1-89F3-C608B7ADFDD1}"/>
                    </a:ext>
                  </a:extLst>
                </p:cNvPr>
                <p:cNvSpPr/>
                <p:nvPr/>
              </p:nvSpPr>
              <p:spPr>
                <a:xfrm>
                  <a:off x="368300" y="1003297"/>
                  <a:ext cx="352425" cy="69853"/>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dirty="0"/>
                </a:p>
              </p:txBody>
            </p:sp>
            <p:sp>
              <p:nvSpPr>
                <p:cNvPr id="9" name="TextBox 8">
                  <a:extLst>
                    <a:ext uri="{FF2B5EF4-FFF2-40B4-BE49-F238E27FC236}">
                      <a16:creationId xmlns:a16="http://schemas.microsoft.com/office/drawing/2014/main" id="{6FB143C0-6896-47E7-92CF-8977963F7BA1}"/>
                    </a:ext>
                  </a:extLst>
                </p:cNvPr>
                <p:cNvSpPr txBox="1"/>
                <p:nvPr/>
              </p:nvSpPr>
              <p:spPr>
                <a:xfrm>
                  <a:off x="4252164" y="2562225"/>
                  <a:ext cx="3897221" cy="1200329"/>
                </a:xfrm>
                <a:prstGeom prst="rect">
                  <a:avLst/>
                </a:prstGeom>
                <a:noFill/>
              </p:spPr>
              <p:txBody>
                <a:bodyPr wrap="none" rtlCol="0">
                  <a:spAutoFit/>
                </a:bodyPr>
                <a:lstStyle/>
                <a:p>
                  <a:r>
                    <a:rPr lang="en-MY" sz="7200" dirty="0">
                      <a:solidFill>
                        <a:schemeClr val="bg1"/>
                      </a:solidFill>
                      <a:latin typeface="Felix Titling" panose="04060505060202020A04" pitchFamily="82" charset="0"/>
                    </a:rPr>
                    <a:t>FOREST </a:t>
                  </a:r>
                </a:p>
              </p:txBody>
            </p:sp>
          </p:grpSp>
          <p:sp>
            <p:nvSpPr>
              <p:cNvPr id="15" name="TextBox 14">
                <a:extLst>
                  <a:ext uri="{FF2B5EF4-FFF2-40B4-BE49-F238E27FC236}">
                    <a16:creationId xmlns:a16="http://schemas.microsoft.com/office/drawing/2014/main" id="{6248F497-47B1-4A6F-9735-125350CE3687}"/>
                  </a:ext>
                </a:extLst>
              </p:cNvPr>
              <p:cNvSpPr txBox="1"/>
              <p:nvPr/>
            </p:nvSpPr>
            <p:spPr>
              <a:xfrm>
                <a:off x="9987850" y="6211836"/>
                <a:ext cx="1787669" cy="369332"/>
              </a:xfrm>
              <a:prstGeom prst="rect">
                <a:avLst/>
              </a:prstGeom>
              <a:noFill/>
            </p:spPr>
            <p:txBody>
              <a:bodyPr wrap="none" rtlCol="0">
                <a:spAutoFit/>
              </a:bodyPr>
              <a:lstStyle/>
              <a:p>
                <a:r>
                  <a:rPr lang="en-MY" dirty="0">
                    <a:solidFill>
                      <a:schemeClr val="bg1"/>
                    </a:solidFill>
                    <a:latin typeface="Abadi" panose="020B0604020104020204" pitchFamily="34" charset="0"/>
                  </a:rPr>
                  <a:t>design by hmpt </a:t>
                </a:r>
              </a:p>
            </p:txBody>
          </p:sp>
          <p:sp>
            <p:nvSpPr>
              <p:cNvPr id="16" name="TextBox 15">
                <a:extLst>
                  <a:ext uri="{FF2B5EF4-FFF2-40B4-BE49-F238E27FC236}">
                    <a16:creationId xmlns:a16="http://schemas.microsoft.com/office/drawing/2014/main" id="{42ABDC13-7CCA-4FD0-845D-45606D477709}"/>
                  </a:ext>
                </a:extLst>
              </p:cNvPr>
              <p:cNvSpPr txBox="1"/>
              <p:nvPr/>
            </p:nvSpPr>
            <p:spPr>
              <a:xfrm>
                <a:off x="211297" y="5988052"/>
                <a:ext cx="803425" cy="707886"/>
              </a:xfrm>
              <a:prstGeom prst="rect">
                <a:avLst/>
              </a:prstGeom>
              <a:noFill/>
            </p:spPr>
            <p:txBody>
              <a:bodyPr wrap="none" rtlCol="0">
                <a:spAutoFit/>
              </a:bodyPr>
              <a:lstStyle/>
              <a:p>
                <a:r>
                  <a:rPr lang="en-MY" sz="4000" dirty="0">
                    <a:solidFill>
                      <a:schemeClr val="bg1"/>
                    </a:solidFill>
                    <a:latin typeface="Abadi" panose="020B0604020104020204" pitchFamily="34" charset="0"/>
                  </a:rPr>
                  <a:t>07</a:t>
                </a:r>
              </a:p>
            </p:txBody>
          </p:sp>
        </p:grpSp>
        <p:pic>
          <p:nvPicPr>
            <p:cNvPr id="92" name="Graphic 91" descr="Leaf with solid fill">
              <a:extLst>
                <a:ext uri="{FF2B5EF4-FFF2-40B4-BE49-F238E27FC236}">
                  <a16:creationId xmlns:a16="http://schemas.microsoft.com/office/drawing/2014/main" id="{96C5426A-76C5-4825-8023-6D7086EC888E}"/>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6253477" y="1901828"/>
              <a:ext cx="720414" cy="720414"/>
            </a:xfrm>
            <a:prstGeom prst="rect">
              <a:avLst/>
            </a:prstGeom>
          </p:spPr>
        </p:pic>
      </p:grpSp>
    </p:spTree>
    <p:extLst>
      <p:ext uri="{BB962C8B-B14F-4D97-AF65-F5344CB8AC3E}">
        <p14:creationId xmlns:p14="http://schemas.microsoft.com/office/powerpoint/2010/main" val="246082966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1000">
        <p159:morph option="byObject"/>
      </p:transition>
    </mc:Choice>
    <mc:Fallback xmlns="">
      <p:transition spd="slow" advTm="1000">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82A3A"/>
        </a:solidFill>
        <a:effectLst/>
      </p:bgPr>
    </p:bg>
    <p:spTree>
      <p:nvGrpSpPr>
        <p:cNvPr id="1" name=""/>
        <p:cNvGrpSpPr/>
        <p:nvPr/>
      </p:nvGrpSpPr>
      <p:grpSpPr>
        <a:xfrm>
          <a:off x="0" y="0"/>
          <a:ext cx="0" cy="0"/>
          <a:chOff x="0" y="0"/>
          <a:chExt cx="0" cy="0"/>
        </a:xfrm>
      </p:grpSpPr>
      <p:sp>
        <p:nvSpPr>
          <p:cNvPr id="68" name="Rectangle 67">
            <a:extLst>
              <a:ext uri="{FF2B5EF4-FFF2-40B4-BE49-F238E27FC236}">
                <a16:creationId xmlns:a16="http://schemas.microsoft.com/office/drawing/2014/main" id="{506EC4C2-6D54-4619-AF7A-687DCA13A732}"/>
              </a:ext>
            </a:extLst>
          </p:cNvPr>
          <p:cNvSpPr/>
          <p:nvPr/>
        </p:nvSpPr>
        <p:spPr>
          <a:xfrm>
            <a:off x="0" y="0"/>
            <a:ext cx="12192000" cy="6858000"/>
          </a:xfrm>
          <a:prstGeom prst="rect">
            <a:avLst/>
          </a:prstGeom>
          <a:solidFill>
            <a:srgbClr val="182A3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69" name="Moon 68">
            <a:extLst>
              <a:ext uri="{FF2B5EF4-FFF2-40B4-BE49-F238E27FC236}">
                <a16:creationId xmlns:a16="http://schemas.microsoft.com/office/drawing/2014/main" id="{914BA277-7556-4452-BBC6-5E04186AF7C4}"/>
              </a:ext>
            </a:extLst>
          </p:cNvPr>
          <p:cNvSpPr/>
          <p:nvPr/>
        </p:nvSpPr>
        <p:spPr>
          <a:xfrm rot="19819656">
            <a:off x="3228698" y="526018"/>
            <a:ext cx="2046931" cy="3447454"/>
          </a:xfrm>
          <a:prstGeom prst="moon">
            <a:avLst>
              <a:gd name="adj" fmla="val 45485"/>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pic>
        <p:nvPicPr>
          <p:cNvPr id="5" name="Picture 2">
            <a:extLst>
              <a:ext uri="{FF2B5EF4-FFF2-40B4-BE49-F238E27FC236}">
                <a16:creationId xmlns:a16="http://schemas.microsoft.com/office/drawing/2014/main" id="{35E9DA00-F5A7-4B38-BE84-76903888386B}"/>
              </a:ext>
            </a:extLst>
          </p:cNvPr>
          <p:cNvPicPr>
            <a:picLocks noChangeAspect="1" noChangeArrowheads="1"/>
          </p:cNvPicPr>
          <p:nvPr/>
        </p:nvPicPr>
        <p:blipFill rotWithShape="1">
          <a:blip r:embed="rId2">
            <a:extLst>
              <a:ext uri="{BEBA8EAE-BF5A-486C-A8C5-ECC9F3942E4B}">
                <a14:imgProps xmlns:a14="http://schemas.microsoft.com/office/drawing/2010/main">
                  <a14:imgLayer r:embed="rId3">
                    <a14:imgEffect>
                      <a14:backgroundRemoval t="10000" b="99630" l="547" r="99792">
                        <a14:foregroundMark x1="4922" y1="93194" x2="99792" y2="93194"/>
                        <a14:foregroundMark x1="99792" y1="93194" x2="99792" y2="93194"/>
                        <a14:foregroundMark x1="55339" y1="83194" x2="91667" y2="81991"/>
                        <a14:foregroundMark x1="91667" y1="81991" x2="93620" y2="81991"/>
                        <a14:foregroundMark x1="95833" y1="72824" x2="90417" y2="86806"/>
                        <a14:foregroundMark x1="4297" y1="85694" x2="9922" y2="94213"/>
                        <a14:foregroundMark x1="4922" y1="97407" x2="93828" y2="99630"/>
                        <a14:foregroundMark x1="1250" y1="92593" x2="547" y2="88009"/>
                      </a14:backgroundRemoval>
                    </a14:imgEffect>
                    <a14:imgEffect>
                      <a14:artisticCutout/>
                    </a14:imgEffect>
                  </a14:imgLayer>
                </a14:imgProps>
              </a:ext>
              <a:ext uri="{28A0092B-C50C-407E-A947-70E740481C1C}">
                <a14:useLocalDpi xmlns:a14="http://schemas.microsoft.com/office/drawing/2010/main" val="0"/>
              </a:ext>
            </a:extLst>
          </a:blip>
          <a:srcRect t="18750"/>
          <a:stretch/>
        </p:blipFill>
        <p:spPr bwMode="auto">
          <a:xfrm>
            <a:off x="0" y="1285874"/>
            <a:ext cx="12192000" cy="5572125"/>
          </a:xfrm>
          <a:prstGeom prst="rect">
            <a:avLst/>
          </a:prstGeom>
          <a:noFill/>
          <a:extLst>
            <a:ext uri="{909E8E84-426E-40DD-AFC4-6F175D3DCCD1}">
              <a14:hiddenFill xmlns:a14="http://schemas.microsoft.com/office/drawing/2010/main">
                <a:solidFill>
                  <a:srgbClr val="FFFFFF"/>
                </a:solidFill>
              </a14:hiddenFill>
            </a:ext>
          </a:extLst>
        </p:spPr>
      </p:pic>
      <p:sp>
        <p:nvSpPr>
          <p:cNvPr id="19" name="TextBox 18">
            <a:extLst>
              <a:ext uri="{FF2B5EF4-FFF2-40B4-BE49-F238E27FC236}">
                <a16:creationId xmlns:a16="http://schemas.microsoft.com/office/drawing/2014/main" id="{25B9A458-07D4-4777-8CDD-B8BE283E9797}"/>
              </a:ext>
            </a:extLst>
          </p:cNvPr>
          <p:cNvSpPr txBox="1"/>
          <p:nvPr/>
        </p:nvSpPr>
        <p:spPr>
          <a:xfrm>
            <a:off x="3647015" y="280319"/>
            <a:ext cx="7592485" cy="5386090"/>
          </a:xfrm>
          <a:prstGeom prst="rect">
            <a:avLst/>
          </a:prstGeom>
          <a:noFill/>
        </p:spPr>
        <p:txBody>
          <a:bodyPr wrap="square">
            <a:spAutoFit/>
          </a:bodyPr>
          <a:lstStyle/>
          <a:p>
            <a:r>
              <a:rPr lang="en-MY" sz="34400" dirty="0">
                <a:solidFill>
                  <a:schemeClr val="bg1"/>
                </a:solidFill>
                <a:latin typeface="Freestyle Script" panose="030804020302050B0404" pitchFamily="66" charset="0"/>
              </a:rPr>
              <a:t>hmpt</a:t>
            </a:r>
            <a:endParaRPr lang="en-MY" sz="6600" dirty="0">
              <a:latin typeface="Freestyle Script" panose="030804020302050B0404" pitchFamily="66" charset="0"/>
            </a:endParaRPr>
          </a:p>
        </p:txBody>
      </p:sp>
      <p:grpSp>
        <p:nvGrpSpPr>
          <p:cNvPr id="17" name="Group 16">
            <a:extLst>
              <a:ext uri="{FF2B5EF4-FFF2-40B4-BE49-F238E27FC236}">
                <a16:creationId xmlns:a16="http://schemas.microsoft.com/office/drawing/2014/main" id="{5A57B033-DC7B-455A-BD1D-DEF5D6819779}"/>
              </a:ext>
            </a:extLst>
          </p:cNvPr>
          <p:cNvGrpSpPr/>
          <p:nvPr/>
        </p:nvGrpSpPr>
        <p:grpSpPr>
          <a:xfrm>
            <a:off x="0" y="245393"/>
            <a:ext cx="12192000" cy="6612606"/>
            <a:chOff x="0" y="736599"/>
            <a:chExt cx="12192000" cy="6612606"/>
          </a:xfrm>
        </p:grpSpPr>
        <p:grpSp>
          <p:nvGrpSpPr>
            <p:cNvPr id="13" name="Group 12">
              <a:extLst>
                <a:ext uri="{FF2B5EF4-FFF2-40B4-BE49-F238E27FC236}">
                  <a16:creationId xmlns:a16="http://schemas.microsoft.com/office/drawing/2014/main" id="{F9878F5E-A7C4-4F44-871E-4666F084EDDD}"/>
                </a:ext>
              </a:extLst>
            </p:cNvPr>
            <p:cNvGrpSpPr/>
            <p:nvPr/>
          </p:nvGrpSpPr>
          <p:grpSpPr>
            <a:xfrm>
              <a:off x="0" y="736599"/>
              <a:ext cx="12192000" cy="6612606"/>
              <a:chOff x="0" y="736599"/>
              <a:chExt cx="12192000" cy="6612606"/>
            </a:xfrm>
          </p:grpSpPr>
          <p:sp>
            <p:nvSpPr>
              <p:cNvPr id="4" name="Rectangle: Rounded Corners 3">
                <a:extLst>
                  <a:ext uri="{FF2B5EF4-FFF2-40B4-BE49-F238E27FC236}">
                    <a16:creationId xmlns:a16="http://schemas.microsoft.com/office/drawing/2014/main" id="{2A021A04-7FBD-4DA0-BFE2-2E416AC68F35}"/>
                  </a:ext>
                </a:extLst>
              </p:cNvPr>
              <p:cNvSpPr/>
              <p:nvPr/>
            </p:nvSpPr>
            <p:spPr>
              <a:xfrm>
                <a:off x="11239500" y="758826"/>
                <a:ext cx="676275" cy="361950"/>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dirty="0"/>
              </a:p>
            </p:txBody>
          </p:sp>
          <p:sp>
            <p:nvSpPr>
              <p:cNvPr id="8" name="Rectangle: Rounded Corners 7">
                <a:extLst>
                  <a:ext uri="{FF2B5EF4-FFF2-40B4-BE49-F238E27FC236}">
                    <a16:creationId xmlns:a16="http://schemas.microsoft.com/office/drawing/2014/main" id="{124EBD7B-D751-4491-AD1C-AFE076227BD3}"/>
                  </a:ext>
                </a:extLst>
              </p:cNvPr>
              <p:cNvSpPr/>
              <p:nvPr/>
            </p:nvSpPr>
            <p:spPr>
              <a:xfrm>
                <a:off x="368300" y="736599"/>
                <a:ext cx="352425" cy="69853"/>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10" name="Rectangle: Rounded Corners 9">
                <a:extLst>
                  <a:ext uri="{FF2B5EF4-FFF2-40B4-BE49-F238E27FC236}">
                    <a16:creationId xmlns:a16="http://schemas.microsoft.com/office/drawing/2014/main" id="{4610ADAB-75EC-4370-A9C4-FB30AE9F0672}"/>
                  </a:ext>
                </a:extLst>
              </p:cNvPr>
              <p:cNvSpPr/>
              <p:nvPr/>
            </p:nvSpPr>
            <p:spPr>
              <a:xfrm>
                <a:off x="368300" y="869948"/>
                <a:ext cx="352425" cy="69853"/>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11" name="Rectangle: Rounded Corners 10">
                <a:extLst>
                  <a:ext uri="{FF2B5EF4-FFF2-40B4-BE49-F238E27FC236}">
                    <a16:creationId xmlns:a16="http://schemas.microsoft.com/office/drawing/2014/main" id="{7E55878B-4042-41C1-89F3-C608B7ADFDD1}"/>
                  </a:ext>
                </a:extLst>
              </p:cNvPr>
              <p:cNvSpPr/>
              <p:nvPr/>
            </p:nvSpPr>
            <p:spPr>
              <a:xfrm>
                <a:off x="368300" y="1003297"/>
                <a:ext cx="352425" cy="69853"/>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dirty="0"/>
              </a:p>
            </p:txBody>
          </p:sp>
          <p:pic>
            <p:nvPicPr>
              <p:cNvPr id="6" name="Picture 2">
                <a:extLst>
                  <a:ext uri="{FF2B5EF4-FFF2-40B4-BE49-F238E27FC236}">
                    <a16:creationId xmlns:a16="http://schemas.microsoft.com/office/drawing/2014/main" id="{AD24BB51-5597-4744-A45E-0426C3337AAE}"/>
                  </a:ext>
                </a:extLst>
              </p:cNvPr>
              <p:cNvPicPr>
                <a:picLocks noChangeAspect="1" noChangeArrowheads="1"/>
              </p:cNvPicPr>
              <p:nvPr/>
            </p:nvPicPr>
            <p:blipFill rotWithShape="1">
              <a:blip r:embed="rId2">
                <a:extLst>
                  <a:ext uri="{BEBA8EAE-BF5A-486C-A8C5-ECC9F3942E4B}">
                    <a14:imgProps xmlns:a14="http://schemas.microsoft.com/office/drawing/2010/main">
                      <a14:imgLayer r:embed="rId3">
                        <a14:imgEffect>
                          <a14:backgroundRemoval t="10000" b="99630" l="547" r="99792">
                            <a14:foregroundMark x1="4922" y1="93194" x2="99792" y2="93194"/>
                            <a14:foregroundMark x1="99792" y1="93194" x2="99792" y2="93194"/>
                            <a14:foregroundMark x1="55339" y1="83194" x2="91667" y2="81991"/>
                            <a14:foregroundMark x1="91667" y1="81991" x2="93620" y2="81991"/>
                            <a14:foregroundMark x1="95833" y1="72824" x2="90417" y2="86806"/>
                            <a14:foregroundMark x1="4297" y1="85694" x2="9922" y2="94213"/>
                            <a14:foregroundMark x1="4922" y1="97407" x2="93828" y2="99630"/>
                            <a14:foregroundMark x1="1250" y1="92593" x2="547" y2="88009"/>
                            <a14:foregroundMark x1="67708" y1="70602" x2="67708" y2="70602"/>
                            <a14:foregroundMark x1="67786" y1="67176" x2="67786" y2="69630"/>
                            <a14:foregroundMark x1="77370" y1="69630" x2="76953" y2="58981"/>
                            <a14:foregroundMark x1="76953" y1="58981" x2="79297" y2="68148"/>
                            <a14:foregroundMark x1="2578" y1="72824" x2="3464" y2="64815"/>
                            <a14:foregroundMark x1="3464" y1="64815" x2="5286" y2="72824"/>
                            <a14:foregroundMark x1="5286" y1="72824" x2="3854" y2="64306"/>
                            <a14:foregroundMark x1="3854" y1="64306" x2="3411" y2="63843"/>
                            <a14:foregroundMark x1="10000" y1="64583" x2="9922" y2="63333"/>
                            <a14:foregroundMark x1="4036" y1="62963" x2="3750" y2="61111"/>
                            <a14:foregroundMark x1="3333" y1="63102" x2="3828" y2="61620"/>
                            <a14:foregroundMark x1="3464" y1="61481" x2="3828" y2="63935"/>
                            <a14:foregroundMark x1="3750" y1="61250" x2="5495" y2="64306"/>
                            <a14:backgroundMark x1="16042" y1="47176" x2="31146" y2="49954"/>
                            <a14:backgroundMark x1="31146" y1="49954" x2="33411" y2="48750"/>
                            <a14:backgroundMark x1="23047" y1="53333" x2="28333" y2="47176"/>
                            <a14:backgroundMark x1="30000" y1="37407" x2="27057" y2="53102"/>
                            <a14:backgroundMark x1="27057" y1="53102" x2="26458" y2="53704"/>
                            <a14:backgroundMark x1="27214" y1="49630" x2="16224" y2="56019"/>
                            <a14:backgroundMark x1="16224" y1="56019" x2="11979" y2="60602"/>
                            <a14:backgroundMark x1="11979" y1="60602" x2="7786" y2="58009"/>
                            <a14:backgroundMark x1="7786" y1="58009" x2="16068" y2="43519"/>
                            <a14:backgroundMark x1="16068" y1="43519" x2="15286" y2="54722"/>
                            <a14:backgroundMark x1="15286" y1="54722" x2="17865" y2="60093"/>
                            <a14:backgroundMark x1="17865" y1="60093" x2="12344" y2="65093"/>
                            <a14:backgroundMark x1="3297" y1="61553" x2="1693" y2="60926"/>
                            <a14:backgroundMark x1="9918" y1="64144" x2="3800" y2="61750"/>
                            <a14:backgroundMark x1="12344" y1="65093" x2="10069" y2="64203"/>
                            <a14:backgroundMark x1="4470" y1="61414" x2="10911" y2="62546"/>
                            <a14:backgroundMark x1="1693" y1="60926" x2="3896" y2="61313"/>
                            <a14:backgroundMark x1="10911" y1="62546" x2="25391" y2="72407"/>
                            <a14:backgroundMark x1="25391" y1="72407" x2="30156" y2="66667"/>
                            <a14:backgroundMark x1="30156" y1="66667" x2="43229" y2="59861"/>
                            <a14:backgroundMark x1="43229" y1="59861" x2="49089" y2="53380"/>
                            <a14:backgroundMark x1="49089" y1="53380" x2="54115" y2="53426"/>
                            <a14:backgroundMark x1="54115" y1="53426" x2="56224" y2="60602"/>
                            <a14:backgroundMark x1="56224" y1="60602" x2="63802" y2="53333"/>
                            <a14:backgroundMark x1="63802" y1="53333" x2="69193" y2="58704"/>
                            <a14:backgroundMark x1="69193" y1="58704" x2="78385" y2="51806"/>
                            <a14:backgroundMark x1="78385" y1="51806" x2="82214" y2="55509"/>
                            <a14:backgroundMark x1="82214" y1="55509" x2="86250" y2="55417"/>
                            <a14:backgroundMark x1="86250" y1="55417" x2="88307" y2="47917"/>
                            <a14:backgroundMark x1="88307" y1="47917" x2="92786" y2="43981"/>
                            <a14:backgroundMark x1="92786" y1="43981" x2="96198" y2="48380"/>
                            <a14:backgroundMark x1="96198" y1="48380" x2="98802" y2="33426"/>
                            <a14:backgroundMark x1="98802" y1="33426" x2="95260" y2="26852"/>
                            <a14:backgroundMark x1="95260" y1="26852" x2="81927" y2="48565"/>
                            <a14:backgroundMark x1="81927" y1="48565" x2="72057" y2="55231"/>
                            <a14:backgroundMark x1="72057" y1="55231" x2="43385" y2="50648"/>
                            <a14:backgroundMark x1="43385" y1="50648" x2="25182" y2="59907"/>
                            <a14:backgroundMark x1="25182" y1="59907" x2="18021" y2="50231"/>
                            <a14:backgroundMark x1="18021" y1="50231" x2="9870" y2="52593"/>
                            <a14:backgroundMark x1="9870" y1="52593" x2="5885" y2="61204"/>
                            <a14:backgroundMark x1="3144" y1="62416" x2="859" y2="63426"/>
                            <a14:backgroundMark x1="5885" y1="61204" x2="4660" y2="61746"/>
                            <a14:backgroundMark x1="859" y1="63426" x2="625" y2="72083"/>
                            <a14:backgroundMark x1="625" y1="72083" x2="625" y2="72083"/>
                            <a14:backgroundMark x1="17995" y1="52454" x2="32891" y2="44769"/>
                            <a14:backgroundMark x1="32891" y1="44769" x2="9740" y2="54213"/>
                            <a14:backgroundMark x1="9740" y1="54213" x2="27214" y2="44398"/>
                            <a14:backgroundMark x1="27214" y1="44398" x2="22161" y2="49954"/>
                            <a14:backgroundMark x1="22161" y1="49954" x2="28672" y2="50185"/>
                            <a14:backgroundMark x1="28672" y1="50185" x2="23646" y2="48148"/>
                            <a14:backgroundMark x1="23646" y1="48148" x2="19505" y2="51481"/>
                            <a14:backgroundMark x1="19505" y1="51481" x2="24792" y2="49630"/>
                            <a14:backgroundMark x1="29792" y1="46898" x2="17708" y2="50741"/>
                            <a14:backgroundMark x1="30286" y1="46898" x2="30911" y2="47176"/>
                            <a14:backgroundMark x1="32995" y1="47639" x2="33255" y2="50741"/>
                            <a14:backgroundMark x1="32161" y1="46667" x2="32708" y2="49491"/>
                            <a14:backgroundMark x1="31380" y1="47037" x2="31589" y2="49861"/>
                            <a14:backgroundMark x1="31536" y1="47037" x2="30625" y2="50000"/>
                            <a14:backgroundMark x1="30911" y1="46435" x2="30625" y2="49769"/>
                            <a14:backgroundMark x1="30625" y1="46528" x2="30755" y2="48889"/>
                            <a14:backgroundMark x1="30495" y1="47639" x2="33464" y2="49861"/>
                            <a14:backgroundMark x1="32422" y1="47176" x2="33542" y2="49028"/>
                            <a14:backgroundMark x1="32370" y1="48380" x2="33750" y2="48657"/>
                            <a14:backgroundMark x1="32578" y1="47176" x2="33880" y2="47407"/>
                            <a14:backgroundMark x1="32630" y1="47407" x2="33620" y2="47639"/>
                            <a14:backgroundMark x1="25078" y1="74676" x2="25078" y2="74676"/>
                            <a14:backgroundMark x1="25755" y1="81620" x2="27500" y2="70694"/>
                            <a14:backgroundMark x1="27500" y1="70694" x2="38177" y2="68657"/>
                            <a14:backgroundMark x1="38177" y1="68657" x2="41328" y2="64120"/>
                            <a14:backgroundMark x1="41328" y1="64120" x2="45599" y2="68611"/>
                            <a14:backgroundMark x1="45599" y1="68611" x2="48411" y2="61111"/>
                            <a14:backgroundMark x1="48411" y1="61111" x2="53438" y2="57778"/>
                            <a14:backgroundMark x1="53438" y1="57778" x2="56510" y2="62361"/>
                            <a14:backgroundMark x1="56510" y1="62361" x2="58880" y2="68472"/>
                            <a14:backgroundMark x1="58880" y1="68472" x2="58958" y2="69769"/>
                            <a14:backgroundMark x1="65495" y1="69630" x2="68828" y2="60000"/>
                            <a14:backgroundMark x1="68828" y1="60000" x2="71771" y2="70648"/>
                            <a14:backgroundMark x1="71771" y1="70648" x2="73203" y2="60185"/>
                            <a14:backgroundMark x1="73203" y1="60185" x2="72708" y2="58148"/>
                            <a14:backgroundMark x1="80625" y1="64444" x2="82005" y2="59028"/>
                            <a14:backgroundMark x1="94297" y1="56667" x2="95547" y2="49259"/>
                            <a14:backgroundMark x1="18203" y1="78519" x2="16302" y2="71157"/>
                            <a14:backgroundMark x1="16302" y1="71157" x2="13255" y2="70139"/>
                          </a14:backgroundRemoval>
                        </a14:imgEffect>
                        <a14:imgEffect>
                          <a14:artisticGlowEdges/>
                        </a14:imgEffect>
                      </a14:imgLayer>
                    </a14:imgProps>
                  </a:ext>
                  <a:ext uri="{28A0092B-C50C-407E-A947-70E740481C1C}">
                    <a14:useLocalDpi xmlns:a14="http://schemas.microsoft.com/office/drawing/2010/main" val="0"/>
                  </a:ext>
                </a:extLst>
              </a:blip>
              <a:srcRect t="42328"/>
              <a:stretch/>
            </p:blipFill>
            <p:spPr bwMode="auto">
              <a:xfrm>
                <a:off x="0" y="3394062"/>
                <a:ext cx="12192000" cy="3955143"/>
              </a:xfrm>
              <a:prstGeom prst="rect">
                <a:avLst/>
              </a:prstGeom>
              <a:noFill/>
              <a:extLst>
                <a:ext uri="{909E8E84-426E-40DD-AFC4-6F175D3DCCD1}">
                  <a14:hiddenFill xmlns:a14="http://schemas.microsoft.com/office/drawing/2010/main">
                    <a:solidFill>
                      <a:srgbClr val="FFFFFF"/>
                    </a:solidFill>
                  </a14:hiddenFill>
                </a:ext>
              </a:extLst>
            </p:spPr>
          </p:pic>
        </p:grpSp>
        <p:sp>
          <p:nvSpPr>
            <p:cNvPr id="15" name="TextBox 14">
              <a:extLst>
                <a:ext uri="{FF2B5EF4-FFF2-40B4-BE49-F238E27FC236}">
                  <a16:creationId xmlns:a16="http://schemas.microsoft.com/office/drawing/2014/main" id="{6248F497-47B1-4A6F-9735-125350CE3687}"/>
                </a:ext>
              </a:extLst>
            </p:cNvPr>
            <p:cNvSpPr txBox="1"/>
            <p:nvPr/>
          </p:nvSpPr>
          <p:spPr>
            <a:xfrm>
              <a:off x="5150869" y="2773523"/>
              <a:ext cx="1890261" cy="584775"/>
            </a:xfrm>
            <a:prstGeom prst="rect">
              <a:avLst/>
            </a:prstGeom>
            <a:noFill/>
          </p:spPr>
          <p:txBody>
            <a:bodyPr wrap="none" rtlCol="0">
              <a:spAutoFit/>
            </a:bodyPr>
            <a:lstStyle/>
            <a:p>
              <a:r>
                <a:rPr lang="en-MY" sz="3200" dirty="0">
                  <a:solidFill>
                    <a:schemeClr val="bg1"/>
                  </a:solidFill>
                  <a:latin typeface="Abadi" panose="020B0604020104020204" pitchFamily="34" charset="0"/>
                </a:rPr>
                <a:t>design by</a:t>
              </a:r>
            </a:p>
          </p:txBody>
        </p:sp>
        <p:sp>
          <p:nvSpPr>
            <p:cNvPr id="16" name="TextBox 15">
              <a:extLst>
                <a:ext uri="{FF2B5EF4-FFF2-40B4-BE49-F238E27FC236}">
                  <a16:creationId xmlns:a16="http://schemas.microsoft.com/office/drawing/2014/main" id="{42ABDC13-7CCA-4FD0-845D-45606D477709}"/>
                </a:ext>
              </a:extLst>
            </p:cNvPr>
            <p:cNvSpPr txBox="1"/>
            <p:nvPr/>
          </p:nvSpPr>
          <p:spPr>
            <a:xfrm>
              <a:off x="211297" y="5988052"/>
              <a:ext cx="803425" cy="707886"/>
            </a:xfrm>
            <a:prstGeom prst="rect">
              <a:avLst/>
            </a:prstGeom>
            <a:noFill/>
          </p:spPr>
          <p:txBody>
            <a:bodyPr wrap="none" rtlCol="0">
              <a:spAutoFit/>
            </a:bodyPr>
            <a:lstStyle/>
            <a:p>
              <a:r>
                <a:rPr lang="en-MY" sz="4000" dirty="0">
                  <a:solidFill>
                    <a:schemeClr val="bg1"/>
                  </a:solidFill>
                  <a:latin typeface="Abadi" panose="020B0604020104020204" pitchFamily="34" charset="0"/>
                </a:rPr>
                <a:t>07</a:t>
              </a:r>
            </a:p>
          </p:txBody>
        </p:sp>
      </p:grpSp>
    </p:spTree>
    <p:extLst>
      <p:ext uri="{BB962C8B-B14F-4D97-AF65-F5344CB8AC3E}">
        <p14:creationId xmlns:p14="http://schemas.microsoft.com/office/powerpoint/2010/main" val="409522436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1000">
        <p159:morph option="byObject"/>
      </p:transition>
    </mc:Choice>
    <mc:Fallback xmlns="">
      <p:transition spd="slow" advTm="1000">
        <p:fade/>
      </p:transition>
    </mc:Fallback>
  </mc:AlternateContent>
</p:sld>
</file>

<file path=ppt/theme/theme1.xml><?xml version="1.0" encoding="utf-8"?>
<a:theme xmlns:a="http://schemas.openxmlformats.org/drawingml/2006/main" name="Office Theme">
  <a:themeElements>
    <a:clrScheme name="Portfolio">
      <a:dk1>
        <a:sysClr val="windowText" lastClr="000000"/>
      </a:dk1>
      <a:lt1>
        <a:srgbClr val="005F73"/>
      </a:lt1>
      <a:dk2>
        <a:srgbClr val="0A9396"/>
      </a:dk2>
      <a:lt2>
        <a:srgbClr val="94D2BD"/>
      </a:lt2>
      <a:accent1>
        <a:srgbClr val="E9D8A6"/>
      </a:accent1>
      <a:accent2>
        <a:srgbClr val="EE9B00"/>
      </a:accent2>
      <a:accent3>
        <a:srgbClr val="CA6702"/>
      </a:accent3>
      <a:accent4>
        <a:srgbClr val="BB3E03"/>
      </a:accent4>
      <a:accent5>
        <a:srgbClr val="AE2012"/>
      </a:accent5>
      <a:accent6>
        <a:srgbClr val="9B2226"/>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19135</TotalTime>
  <Words>499</Words>
  <Application>Microsoft Office PowerPoint</Application>
  <PresentationFormat>Widescreen</PresentationFormat>
  <Paragraphs>94</Paragraphs>
  <Slides>8</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8</vt:i4>
      </vt:variant>
    </vt:vector>
  </HeadingPairs>
  <TitlesOfParts>
    <vt:vector size="15" baseType="lpstr">
      <vt:lpstr>Abadi</vt:lpstr>
      <vt:lpstr>Arial</vt:lpstr>
      <vt:lpstr>Calibri</vt:lpstr>
      <vt:lpstr>Calibri Light</vt:lpstr>
      <vt:lpstr>Felix Titling</vt:lpstr>
      <vt:lpstr>Freestyle Script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hanif mislam</dc:creator>
  <cp:lastModifiedBy>Anthony Busa</cp:lastModifiedBy>
  <cp:revision>28</cp:revision>
  <dcterms:created xsi:type="dcterms:W3CDTF">2021-06-14T23:49:15Z</dcterms:created>
  <dcterms:modified xsi:type="dcterms:W3CDTF">2022-04-04T02:59:26Z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e037d5f7-ab0f-4201-b716-e10274547e00_Enabled">
    <vt:lpwstr>true</vt:lpwstr>
  </property>
  <property fmtid="{D5CDD505-2E9C-101B-9397-08002B2CF9AE}" pid="3" name="MSIP_Label_e037d5f7-ab0f-4201-b716-e10274547e00_SetDate">
    <vt:lpwstr>2022-03-06T00:33:48Z</vt:lpwstr>
  </property>
  <property fmtid="{D5CDD505-2E9C-101B-9397-08002B2CF9AE}" pid="4" name="MSIP_Label_e037d5f7-ab0f-4201-b716-e10274547e00_Method">
    <vt:lpwstr>Privileged</vt:lpwstr>
  </property>
  <property fmtid="{D5CDD505-2E9C-101B-9397-08002B2CF9AE}" pid="5" name="MSIP_Label_e037d5f7-ab0f-4201-b716-e10274547e00_Name">
    <vt:lpwstr>e037d5f7-ab0f-4201-b716-e10274547e00</vt:lpwstr>
  </property>
  <property fmtid="{D5CDD505-2E9C-101B-9397-08002B2CF9AE}" pid="6" name="MSIP_Label_e037d5f7-ab0f-4201-b716-e10274547e00_SiteId">
    <vt:lpwstr>cc7f83dd-bc5a-4682-9b3e-062a900202a2</vt:lpwstr>
  </property>
  <property fmtid="{D5CDD505-2E9C-101B-9397-08002B2CF9AE}" pid="7" name="MSIP_Label_e037d5f7-ab0f-4201-b716-e10274547e00_ActionId">
    <vt:lpwstr>d4dfaf72-300e-43f8-8811-0ad4ca81964e</vt:lpwstr>
  </property>
  <property fmtid="{D5CDD505-2E9C-101B-9397-08002B2CF9AE}" pid="8" name="MSIP_Label_e037d5f7-ab0f-4201-b716-e10274547e00_ContentBits">
    <vt:lpwstr>0</vt:lpwstr>
  </property>
</Properties>
</file>